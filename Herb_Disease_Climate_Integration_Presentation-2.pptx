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2"/>
  </p:notesMasterIdLst>
  <p:sldIdLst>
    <p:sldId id="2561" r:id="rId5"/>
    <p:sldId id="2562" r:id="rId6"/>
    <p:sldId id="2563" r:id="rId7"/>
    <p:sldId id="2564" r:id="rId8"/>
    <p:sldId id="2565" r:id="rId9"/>
    <p:sldId id="2566" r:id="rId10"/>
    <p:sldId id="2567" r:id="rId11"/>
    <p:sldId id="2568" r:id="rId12"/>
    <p:sldId id="2569" r:id="rId13"/>
    <p:sldId id="2570" r:id="rId14"/>
    <p:sldId id="2576" r:id="rId15"/>
    <p:sldId id="2577" r:id="rId16"/>
    <p:sldId id="2571" r:id="rId17"/>
    <p:sldId id="2572" r:id="rId18"/>
    <p:sldId id="2573" r:id="rId19"/>
    <p:sldId id="2574" r:id="rId20"/>
    <p:sldId id="25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ssessing Environmental Similarity Integration in Herb-Disease Association Prediction" id="{1333EE7C-1C84-45D0-85D7-CA158DE0ADAC}">
          <p14:sldIdLst>
            <p14:sldId id="2561"/>
          </p14:sldIdLst>
        </p14:section>
        <p14:section name="Introduction and Background" id="{A94F7E87-4FB8-4505-9993-F8168F9178C9}">
          <p14:sldIdLst>
            <p14:sldId id="2562"/>
            <p14:sldId id="2563"/>
            <p14:sldId id="2564"/>
          </p14:sldIdLst>
        </p14:section>
        <p14:section name="HDAPM-NCP Framework and Environmental Integration" id="{F27F800B-4513-4FE1-BAAF-E94CD9E4F9CC}">
          <p14:sldIdLst>
            <p14:sldId id="2565"/>
            <p14:sldId id="2566"/>
            <p14:sldId id="2567"/>
          </p14:sldIdLst>
        </p14:section>
        <p14:section name="Evaluation and Results" id="{74794D7F-AD6A-49DB-96DA-230100A9BFB9}">
          <p14:sldIdLst>
            <p14:sldId id="2568"/>
            <p14:sldId id="2569"/>
            <p14:sldId id="2570"/>
            <p14:sldId id="2576"/>
            <p14:sldId id="2577"/>
          </p14:sldIdLst>
        </p14:section>
        <p14:section name="Discussion and Future Directions" id="{7ACE8DE2-6917-4F4C-86F6-5CB15021B863}">
          <p14:sldIdLst>
            <p14:sldId id="2571"/>
            <p14:sldId id="2572"/>
            <p14:sldId id="2573"/>
          </p14:sldIdLst>
        </p14:section>
        <p14:section name="Conclusion" id="{84CC9FFB-E94D-4329-8395-1A91BAC21BCD}">
          <p14:sldIdLst>
            <p14:sldId id="2574"/>
            <p14:sldId id="25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0DC3C0-E316-46AE-8D29-B74467C181C3}" v="15" dt="2025-12-03T18:02:27.582"/>
    <p1510:client id="{A4DA0B93-D2F7-2D2B-4E4A-DCD92AAF3659}" v="140" dt="2025-12-04T00:33:44.711"/>
    <p1510:client id="{CD61A606-9D9B-346F-2C03-E3A517EB4BFB}" v="5" dt="2025-12-03T18:07:28.8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D3707AA-E61E-4EAE-AC6F-02F7CD9A3EE7}"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CE8FB7DC-FFE4-48F3-80B2-7293EE94F732}">
      <dgm:prSet/>
      <dgm:spPr/>
      <dgm:t>
        <a:bodyPr/>
        <a:lstStyle/>
        <a:p>
          <a:pPr algn="l">
            <a:lnSpc>
              <a:spcPct val="100000"/>
            </a:lnSpc>
            <a:defRPr b="1"/>
          </a:pPr>
          <a:r>
            <a:rPr lang="en-US" sz="1600" dirty="0">
              <a:solidFill>
                <a:srgbClr val="0F0F0F"/>
              </a:solidFill>
              <a:latin typeface="Arial Nova Light"/>
              <a:ea typeface="+mn-ea"/>
              <a:cs typeface="+mn-cs"/>
            </a:rPr>
            <a:t>Integration of Disciplines</a:t>
          </a:r>
        </a:p>
      </dgm:t>
    </dgm:pt>
    <dgm:pt modelId="{F72538D3-9464-474E-9A4A-A0CF19F860B7}" type="parTrans" cxnId="{267E769E-3E1D-4DC1-BF41-B08341F80E8D}">
      <dgm:prSet/>
      <dgm:spPr/>
      <dgm:t>
        <a:bodyPr/>
        <a:lstStyle/>
        <a:p>
          <a:endParaRPr lang="en-US"/>
        </a:p>
      </dgm:t>
    </dgm:pt>
    <dgm:pt modelId="{F0105710-63C0-4FFD-BFDB-9BD244829C19}" type="sibTrans" cxnId="{267E769E-3E1D-4DC1-BF41-B08341F80E8D}">
      <dgm:prSet/>
      <dgm:spPr/>
      <dgm:t>
        <a:bodyPr/>
        <a:lstStyle/>
        <a:p>
          <a:pPr>
            <a:lnSpc>
              <a:spcPct val="100000"/>
            </a:lnSpc>
            <a:defRPr b="1"/>
          </a:pPr>
          <a:endParaRPr lang="en-US"/>
        </a:p>
      </dgm:t>
    </dgm:pt>
    <dgm:pt modelId="{9B2A13A7-25F4-4AFA-B0CD-566697E89C43}">
      <dgm:prSet/>
      <dgm:spPr/>
      <dgm:t>
        <a:bodyPr/>
        <a:lstStyle/>
        <a:p>
          <a:pPr algn="l">
            <a:lnSpc>
              <a:spcPct val="100000"/>
            </a:lnSpc>
          </a:pPr>
          <a:r>
            <a:rPr lang="en-US" sz="1200">
              <a:solidFill>
                <a:srgbClr val="0F0F0F"/>
              </a:solidFill>
              <a:latin typeface="Arial Nova Light"/>
              <a:ea typeface="+mn-ea"/>
              <a:cs typeface="+mn-cs"/>
            </a:rPr>
            <a:t>Herb-disease prediction combines traditional medicine, pharmacology, and computational science for novel insights.</a:t>
          </a:r>
        </a:p>
      </dgm:t>
    </dgm:pt>
    <dgm:pt modelId="{D2FD995F-13DF-4AE2-9617-97D3ABCAD57E}" type="parTrans" cxnId="{9CD5F3C5-1BB5-4F3B-9E4F-AF4DFB2F5EBD}">
      <dgm:prSet/>
      <dgm:spPr/>
      <dgm:t>
        <a:bodyPr/>
        <a:lstStyle/>
        <a:p>
          <a:endParaRPr lang="en-US"/>
        </a:p>
      </dgm:t>
    </dgm:pt>
    <dgm:pt modelId="{37CD4A16-6A75-4216-B236-76F6EB7E59D2}" type="sibTrans" cxnId="{9CD5F3C5-1BB5-4F3B-9E4F-AF4DFB2F5EBD}">
      <dgm:prSet/>
      <dgm:spPr/>
      <dgm:t>
        <a:bodyPr/>
        <a:lstStyle/>
        <a:p>
          <a:endParaRPr lang="en-US"/>
        </a:p>
      </dgm:t>
    </dgm:pt>
    <dgm:pt modelId="{8F0110D8-3788-4DF8-B3DA-A56DE9768847}">
      <dgm:prSet/>
      <dgm:spPr/>
      <dgm:t>
        <a:bodyPr/>
        <a:lstStyle/>
        <a:p>
          <a:pPr algn="l">
            <a:lnSpc>
              <a:spcPct val="100000"/>
            </a:lnSpc>
            <a:defRPr b="1"/>
          </a:pPr>
          <a:r>
            <a:rPr lang="en-US" sz="1600" dirty="0">
              <a:solidFill>
                <a:srgbClr val="0F0F0F"/>
              </a:solidFill>
              <a:latin typeface="Arial Nova Light"/>
              <a:ea typeface="+mn-ea"/>
              <a:cs typeface="+mn-cs"/>
            </a:rPr>
            <a:t>Impact of Environmental Factors</a:t>
          </a:r>
        </a:p>
      </dgm:t>
    </dgm:pt>
    <dgm:pt modelId="{987321DC-73FC-4DEA-9CDA-002A55B60148}" type="parTrans" cxnId="{A9EFC112-0D1D-4BCF-9AD9-DE7794217E57}">
      <dgm:prSet/>
      <dgm:spPr/>
      <dgm:t>
        <a:bodyPr/>
        <a:lstStyle/>
        <a:p>
          <a:endParaRPr lang="en-US"/>
        </a:p>
      </dgm:t>
    </dgm:pt>
    <dgm:pt modelId="{8A1F6E14-6DD4-46B1-8401-BC1D68A07620}" type="sibTrans" cxnId="{A9EFC112-0D1D-4BCF-9AD9-DE7794217E57}">
      <dgm:prSet/>
      <dgm:spPr/>
      <dgm:t>
        <a:bodyPr/>
        <a:lstStyle/>
        <a:p>
          <a:pPr>
            <a:lnSpc>
              <a:spcPct val="100000"/>
            </a:lnSpc>
            <a:defRPr b="1"/>
          </a:pPr>
          <a:endParaRPr lang="en-US"/>
        </a:p>
      </dgm:t>
    </dgm:pt>
    <dgm:pt modelId="{91F42B99-DF59-46B2-A311-0685FC7060B6}">
      <dgm:prSet/>
      <dgm:spPr/>
      <dgm:t>
        <a:bodyPr/>
        <a:lstStyle/>
        <a:p>
          <a:pPr algn="l">
            <a:lnSpc>
              <a:spcPct val="100000"/>
            </a:lnSpc>
          </a:pPr>
          <a:r>
            <a:rPr lang="en-US" sz="1200" dirty="0">
              <a:solidFill>
                <a:srgbClr val="0F0F0F"/>
              </a:solidFill>
              <a:latin typeface="Arial Nova Light"/>
              <a:ea typeface="+mn-ea"/>
              <a:cs typeface="+mn-cs"/>
            </a:rPr>
            <a:t>Climate and stressors affect plant metabolism, influencing medicinal compound production and therapeutic effects.</a:t>
          </a:r>
        </a:p>
      </dgm:t>
    </dgm:pt>
    <dgm:pt modelId="{0F75CDA0-2B26-4297-AE8E-EFD3D2840A4C}" type="parTrans" cxnId="{1969A6CD-371B-4A31-A016-89F9AAF3D8F1}">
      <dgm:prSet/>
      <dgm:spPr/>
      <dgm:t>
        <a:bodyPr/>
        <a:lstStyle/>
        <a:p>
          <a:endParaRPr lang="en-US"/>
        </a:p>
      </dgm:t>
    </dgm:pt>
    <dgm:pt modelId="{B0591052-057B-4553-9C07-191792825DBB}" type="sibTrans" cxnId="{1969A6CD-371B-4A31-A016-89F9AAF3D8F1}">
      <dgm:prSet/>
      <dgm:spPr/>
      <dgm:t>
        <a:bodyPr/>
        <a:lstStyle/>
        <a:p>
          <a:endParaRPr lang="en-US"/>
        </a:p>
      </dgm:t>
    </dgm:pt>
    <dgm:pt modelId="{076AF3F3-DB27-4FF9-BAF8-EB0B46ED6F36}">
      <dgm:prSet/>
      <dgm:spPr/>
      <dgm:t>
        <a:bodyPr/>
        <a:lstStyle/>
        <a:p>
          <a:pPr algn="l">
            <a:lnSpc>
              <a:spcPct val="100000"/>
            </a:lnSpc>
            <a:defRPr b="1"/>
          </a:pPr>
          <a:r>
            <a:rPr lang="en-US" sz="1600" dirty="0">
              <a:solidFill>
                <a:srgbClr val="0F0F0F"/>
              </a:solidFill>
              <a:latin typeface="Arial Nova Light"/>
              <a:ea typeface="+mn-ea"/>
              <a:cs typeface="+mn-cs"/>
            </a:rPr>
            <a:t>Incorporating Climate Data</a:t>
          </a:r>
        </a:p>
      </dgm:t>
    </dgm:pt>
    <dgm:pt modelId="{0607EF3D-8F5E-460D-B45D-FE2F6A1A9E85}" type="parTrans" cxnId="{AF14D642-11E6-4A59-9B61-895FB8700B69}">
      <dgm:prSet/>
      <dgm:spPr/>
      <dgm:t>
        <a:bodyPr/>
        <a:lstStyle/>
        <a:p>
          <a:endParaRPr lang="en-US"/>
        </a:p>
      </dgm:t>
    </dgm:pt>
    <dgm:pt modelId="{2A112051-AEA0-4FBE-AB89-FA19EDBB7BE1}" type="sibTrans" cxnId="{AF14D642-11E6-4A59-9B61-895FB8700B69}">
      <dgm:prSet/>
      <dgm:spPr/>
      <dgm:t>
        <a:bodyPr/>
        <a:lstStyle/>
        <a:p>
          <a:endParaRPr lang="en-US"/>
        </a:p>
      </dgm:t>
    </dgm:pt>
    <dgm:pt modelId="{28C761C2-D0EB-4F0B-B449-E131A99969C3}">
      <dgm:prSet/>
      <dgm:spPr/>
      <dgm:t>
        <a:bodyPr/>
        <a:lstStyle/>
        <a:p>
          <a:pPr algn="l">
            <a:lnSpc>
              <a:spcPct val="100000"/>
            </a:lnSpc>
          </a:pPr>
          <a:r>
            <a:rPr lang="en-US" sz="1200" dirty="0">
              <a:solidFill>
                <a:srgbClr val="0F0F0F"/>
              </a:solidFill>
              <a:latin typeface="Arial Nova Light"/>
              <a:ea typeface="+mn-ea"/>
              <a:cs typeface="+mn-cs"/>
            </a:rPr>
            <a:t>This study integrates climate-based similarity into computational models to improve herb-disease association predictions.</a:t>
          </a:r>
        </a:p>
      </dgm:t>
    </dgm:pt>
    <dgm:pt modelId="{43F8DB2B-A15E-40BA-89A7-32BB34C42A30}" type="parTrans" cxnId="{2EBFE76D-1992-487C-AC9F-A34DDBDF6949}">
      <dgm:prSet/>
      <dgm:spPr/>
      <dgm:t>
        <a:bodyPr/>
        <a:lstStyle/>
        <a:p>
          <a:endParaRPr lang="en-US"/>
        </a:p>
      </dgm:t>
    </dgm:pt>
    <dgm:pt modelId="{02832301-718F-40EE-B994-EB50F3800DF8}" type="sibTrans" cxnId="{2EBFE76D-1992-487C-AC9F-A34DDBDF6949}">
      <dgm:prSet/>
      <dgm:spPr/>
      <dgm:t>
        <a:bodyPr/>
        <a:lstStyle/>
        <a:p>
          <a:endParaRPr lang="en-US"/>
        </a:p>
      </dgm:t>
    </dgm:pt>
    <dgm:pt modelId="{3E214889-C8A4-4900-A1C9-4CCE08D4CAB2}">
      <dgm:prSet phldr="0"/>
      <dgm:spPr/>
      <dgm:t>
        <a:bodyPr/>
        <a:lstStyle/>
        <a:p>
          <a:pPr algn="l">
            <a:lnSpc>
              <a:spcPct val="100000"/>
            </a:lnSpc>
          </a:pPr>
          <a:endParaRPr lang="en-US" sz="1200" dirty="0">
            <a:solidFill>
              <a:srgbClr val="0F0F0F"/>
            </a:solidFill>
            <a:latin typeface="Arial Nova Light"/>
            <a:ea typeface="+mn-ea"/>
            <a:cs typeface="+mn-cs"/>
          </a:endParaRPr>
        </a:p>
      </dgm:t>
    </dgm:pt>
    <dgm:pt modelId="{C85186B8-2E02-4FC9-A892-4129B2842092}" type="parTrans" cxnId="{B481E22B-764A-45D6-8154-747902816E66}">
      <dgm:prSet/>
      <dgm:spPr/>
    </dgm:pt>
    <dgm:pt modelId="{9AFAE2D6-6FCB-4151-BEF4-EFABE87C5031}" type="sibTrans" cxnId="{B481E22B-764A-45D6-8154-747902816E66}">
      <dgm:prSet/>
      <dgm:spPr/>
    </dgm:pt>
    <dgm:pt modelId="{D1AB6182-4316-4951-AF22-7F0E21660300}">
      <dgm:prSet phldr="0"/>
      <dgm:spPr/>
      <dgm:t>
        <a:bodyPr/>
        <a:lstStyle/>
        <a:p>
          <a:pPr algn="l">
            <a:lnSpc>
              <a:spcPct val="100000"/>
            </a:lnSpc>
          </a:pPr>
          <a:endParaRPr lang="en-US" sz="1200" dirty="0">
            <a:solidFill>
              <a:srgbClr val="0F0F0F"/>
            </a:solidFill>
            <a:latin typeface="Arial Nova Light"/>
            <a:ea typeface="+mn-ea"/>
            <a:cs typeface="+mn-cs"/>
          </a:endParaRPr>
        </a:p>
      </dgm:t>
    </dgm:pt>
    <dgm:pt modelId="{CBF336B1-3A94-4068-966F-0228776CA305}" type="parTrans" cxnId="{5EED6234-F7C8-451D-9617-0A837E65022A}">
      <dgm:prSet/>
      <dgm:spPr/>
    </dgm:pt>
    <dgm:pt modelId="{BEE413F4-6BE8-4664-854D-06DB5EAF8143}" type="sibTrans" cxnId="{5EED6234-F7C8-451D-9617-0A837E65022A}">
      <dgm:prSet/>
      <dgm:spPr/>
    </dgm:pt>
    <dgm:pt modelId="{2945674D-FB88-4FDF-A327-8567D92A0624}">
      <dgm:prSet phldr="0"/>
      <dgm:spPr/>
      <dgm:t>
        <a:bodyPr/>
        <a:lstStyle/>
        <a:p>
          <a:pPr algn="l" rtl="0">
            <a:lnSpc>
              <a:spcPct val="100000"/>
            </a:lnSpc>
          </a:pPr>
          <a:endParaRPr lang="en-US" sz="1200" dirty="0">
            <a:solidFill>
              <a:srgbClr val="0F0F0F"/>
            </a:solidFill>
            <a:latin typeface="Arial Nova Light"/>
            <a:ea typeface="+mn-ea"/>
            <a:cs typeface="+mn-cs"/>
          </a:endParaRPr>
        </a:p>
      </dgm:t>
    </dgm:pt>
    <dgm:pt modelId="{4AE73ADB-E3DF-48A8-9A67-9437FE73F7FD}" type="parTrans" cxnId="{777D6E1B-9610-4544-BFA6-69D777C06D06}">
      <dgm:prSet/>
      <dgm:spPr/>
    </dgm:pt>
    <dgm:pt modelId="{F770CDBD-5FFC-40DF-BC7C-3FD734B92ADA}" type="sibTrans" cxnId="{777D6E1B-9610-4544-BFA6-69D777C06D06}">
      <dgm:prSet/>
      <dgm:spPr/>
    </dgm:pt>
    <dgm:pt modelId="{712335EC-A50C-4845-8D79-995FBD716A54}" type="pres">
      <dgm:prSet presAssocID="{DD3707AA-E61E-4EAE-AC6F-02F7CD9A3EE7}" presName="Name0" presStyleCnt="0">
        <dgm:presLayoutVars>
          <dgm:dir/>
          <dgm:resizeHandles val="exact"/>
        </dgm:presLayoutVars>
      </dgm:prSet>
      <dgm:spPr/>
    </dgm:pt>
    <dgm:pt modelId="{8CC2502F-E03A-4D06-A336-874CF4A11256}" type="pres">
      <dgm:prSet presAssocID="{CE8FB7DC-FFE4-48F3-80B2-7293EE94F732}" presName="compNode" presStyleCnt="0"/>
      <dgm:spPr/>
    </dgm:pt>
    <dgm:pt modelId="{C81FF14B-760E-482E-B2E0-8ECA4172A6FF}" type="pres">
      <dgm:prSet presAssocID="{CE8FB7DC-FFE4-48F3-80B2-7293EE94F732}" presName="pictRect" presStyleLbl="revTx" presStyleIdx="0" presStyleCnt="6">
        <dgm:presLayoutVars>
          <dgm:chMax val="0"/>
          <dgm:bulletEnabled/>
        </dgm:presLayoutVars>
      </dgm:prSet>
      <dgm:spPr/>
    </dgm:pt>
    <dgm:pt modelId="{9F000ED8-0817-4B6A-A770-72915E80FB7F}" type="pres">
      <dgm:prSet presAssocID="{CE8FB7DC-FFE4-48F3-80B2-7293EE94F732}" presName="textRect" presStyleLbl="revTx" presStyleIdx="1" presStyleCnt="6">
        <dgm:presLayoutVars>
          <dgm:bulletEnabled/>
        </dgm:presLayoutVars>
      </dgm:prSet>
      <dgm:spPr/>
    </dgm:pt>
    <dgm:pt modelId="{E0D2827B-CA80-4C78-9CCD-233F1BC298FC}" type="pres">
      <dgm:prSet presAssocID="{F0105710-63C0-4FFD-BFDB-9BD244829C19}" presName="sibTrans" presStyleLbl="sibTrans2D1" presStyleIdx="0" presStyleCnt="0"/>
      <dgm:spPr/>
    </dgm:pt>
    <dgm:pt modelId="{5CDCA4D6-745C-483D-94D8-08B902ED6651}" type="pres">
      <dgm:prSet presAssocID="{8F0110D8-3788-4DF8-B3DA-A56DE9768847}" presName="compNode" presStyleCnt="0"/>
      <dgm:spPr/>
    </dgm:pt>
    <dgm:pt modelId="{78C54BEC-77E6-453C-989C-777ADABF3DB4}" type="pres">
      <dgm:prSet presAssocID="{8F0110D8-3788-4DF8-B3DA-A56DE9768847}" presName="pictRect" presStyleLbl="revTx" presStyleIdx="2" presStyleCnt="6">
        <dgm:presLayoutVars>
          <dgm:chMax val="0"/>
          <dgm:bulletEnabled/>
        </dgm:presLayoutVars>
      </dgm:prSet>
      <dgm:spPr/>
    </dgm:pt>
    <dgm:pt modelId="{6CC031E2-AD71-4A06-AF8C-68C0409BFCF8}" type="pres">
      <dgm:prSet presAssocID="{8F0110D8-3788-4DF8-B3DA-A56DE9768847}" presName="textRect" presStyleLbl="revTx" presStyleIdx="3" presStyleCnt="6">
        <dgm:presLayoutVars>
          <dgm:bulletEnabled/>
        </dgm:presLayoutVars>
      </dgm:prSet>
      <dgm:spPr/>
    </dgm:pt>
    <dgm:pt modelId="{7A943D74-1FFF-4CE2-91F7-C6DFE444E106}" type="pres">
      <dgm:prSet presAssocID="{8A1F6E14-6DD4-46B1-8401-BC1D68A07620}" presName="sibTrans" presStyleLbl="sibTrans2D1" presStyleIdx="0" presStyleCnt="0"/>
      <dgm:spPr/>
    </dgm:pt>
    <dgm:pt modelId="{1AAEA1CE-F058-4F65-8442-81353D84EF91}" type="pres">
      <dgm:prSet presAssocID="{076AF3F3-DB27-4FF9-BAF8-EB0B46ED6F36}" presName="compNode" presStyleCnt="0"/>
      <dgm:spPr/>
    </dgm:pt>
    <dgm:pt modelId="{12B7E438-C0BF-43A9-8007-A0F0246B5DE9}" type="pres">
      <dgm:prSet presAssocID="{076AF3F3-DB27-4FF9-BAF8-EB0B46ED6F36}" presName="pictRect" presStyleLbl="revTx" presStyleIdx="4" presStyleCnt="6">
        <dgm:presLayoutVars>
          <dgm:chMax val="0"/>
          <dgm:bulletEnabled/>
        </dgm:presLayoutVars>
      </dgm:prSet>
      <dgm:spPr/>
    </dgm:pt>
    <dgm:pt modelId="{FAC216F4-78CF-4815-8412-3761772E1C57}" type="pres">
      <dgm:prSet presAssocID="{076AF3F3-DB27-4FF9-BAF8-EB0B46ED6F36}" presName="textRect" presStyleLbl="revTx" presStyleIdx="5" presStyleCnt="6">
        <dgm:presLayoutVars>
          <dgm:bulletEnabled/>
        </dgm:presLayoutVars>
      </dgm:prSet>
      <dgm:spPr/>
    </dgm:pt>
  </dgm:ptLst>
  <dgm:cxnLst>
    <dgm:cxn modelId="{23AC6A0E-0196-48E3-BBB0-6F334F6842A7}" type="presOf" srcId="{D1AB6182-4316-4951-AF22-7F0E21660300}" destId="{9F000ED8-0817-4B6A-A770-72915E80FB7F}" srcOrd="0" destOrd="0" presId="urn:microsoft.com/office/officeart/2024/3/layout/hArchList1"/>
    <dgm:cxn modelId="{A9EFC112-0D1D-4BCF-9AD9-DE7794217E57}" srcId="{DD3707AA-E61E-4EAE-AC6F-02F7CD9A3EE7}" destId="{8F0110D8-3788-4DF8-B3DA-A56DE9768847}" srcOrd="1" destOrd="0" parTransId="{987321DC-73FC-4DEA-9CDA-002A55B60148}" sibTransId="{8A1F6E14-6DD4-46B1-8401-BC1D68A07620}"/>
    <dgm:cxn modelId="{777D6E1B-9610-4544-BFA6-69D777C06D06}" srcId="{076AF3F3-DB27-4FF9-BAF8-EB0B46ED6F36}" destId="{2945674D-FB88-4FDF-A327-8567D92A0624}" srcOrd="0" destOrd="0" parTransId="{4AE73ADB-E3DF-48A8-9A67-9437FE73F7FD}" sibTransId="{F770CDBD-5FFC-40DF-BC7C-3FD734B92ADA}"/>
    <dgm:cxn modelId="{B481E22B-764A-45D6-8154-747902816E66}" srcId="{8F0110D8-3788-4DF8-B3DA-A56DE9768847}" destId="{3E214889-C8A4-4900-A1C9-4CCE08D4CAB2}" srcOrd="0" destOrd="0" parTransId="{C85186B8-2E02-4FC9-A892-4129B2842092}" sibTransId="{9AFAE2D6-6FCB-4151-BEF4-EFABE87C5031}"/>
    <dgm:cxn modelId="{5EED6234-F7C8-451D-9617-0A837E65022A}" srcId="{CE8FB7DC-FFE4-48F3-80B2-7293EE94F732}" destId="{D1AB6182-4316-4951-AF22-7F0E21660300}" srcOrd="0" destOrd="0" parTransId="{CBF336B1-3A94-4068-966F-0228776CA305}" sibTransId="{BEE413F4-6BE8-4664-854D-06DB5EAF8143}"/>
    <dgm:cxn modelId="{16AAB23A-C272-493E-818C-A5EEF1CE6B0A}" type="presOf" srcId="{8A1F6E14-6DD4-46B1-8401-BC1D68A07620}" destId="{7A943D74-1FFF-4CE2-91F7-C6DFE444E106}" srcOrd="0" destOrd="0" presId="urn:microsoft.com/office/officeart/2024/3/layout/hArchList1"/>
    <dgm:cxn modelId="{AF14D642-11E6-4A59-9B61-895FB8700B69}" srcId="{DD3707AA-E61E-4EAE-AC6F-02F7CD9A3EE7}" destId="{076AF3F3-DB27-4FF9-BAF8-EB0B46ED6F36}" srcOrd="2" destOrd="0" parTransId="{0607EF3D-8F5E-460D-B45D-FE2F6A1A9E85}" sibTransId="{2A112051-AEA0-4FBE-AB89-FA19EDBB7BE1}"/>
    <dgm:cxn modelId="{2EBFE76D-1992-487C-AC9F-A34DDBDF6949}" srcId="{076AF3F3-DB27-4FF9-BAF8-EB0B46ED6F36}" destId="{28C761C2-D0EB-4F0B-B449-E131A99969C3}" srcOrd="1" destOrd="0" parTransId="{43F8DB2B-A15E-40BA-89A7-32BB34C42A30}" sibTransId="{02832301-718F-40EE-B994-EB50F3800DF8}"/>
    <dgm:cxn modelId="{65908173-F65A-496F-88A7-A7CB7C31A5CE}" type="presOf" srcId="{CE8FB7DC-FFE4-48F3-80B2-7293EE94F732}" destId="{C81FF14B-760E-482E-B2E0-8ECA4172A6FF}" srcOrd="0" destOrd="0" presId="urn:microsoft.com/office/officeart/2024/3/layout/hArchList1"/>
    <dgm:cxn modelId="{CC5A6F59-1554-44F6-9949-61FD0AC8903B}" type="presOf" srcId="{91F42B99-DF59-46B2-A311-0685FC7060B6}" destId="{6CC031E2-AD71-4A06-AF8C-68C0409BFCF8}" srcOrd="0" destOrd="1" presId="urn:microsoft.com/office/officeart/2024/3/layout/hArchList1"/>
    <dgm:cxn modelId="{F589CA87-453C-401D-B54A-5BA8F18A77EF}" type="presOf" srcId="{28C761C2-D0EB-4F0B-B449-E131A99969C3}" destId="{FAC216F4-78CF-4815-8412-3761772E1C57}" srcOrd="0" destOrd="1" presId="urn:microsoft.com/office/officeart/2024/3/layout/hArchList1"/>
    <dgm:cxn modelId="{4506C48A-F669-4634-86FD-BD8BB4EE973D}" type="presOf" srcId="{076AF3F3-DB27-4FF9-BAF8-EB0B46ED6F36}" destId="{12B7E438-C0BF-43A9-8007-A0F0246B5DE9}" srcOrd="0" destOrd="0" presId="urn:microsoft.com/office/officeart/2024/3/layout/hArchList1"/>
    <dgm:cxn modelId="{1D25A890-A113-40B1-952C-6C2034B5DB12}" type="presOf" srcId="{DD3707AA-E61E-4EAE-AC6F-02F7CD9A3EE7}" destId="{712335EC-A50C-4845-8D79-995FBD716A54}" srcOrd="0" destOrd="0" presId="urn:microsoft.com/office/officeart/2024/3/layout/hArchList1"/>
    <dgm:cxn modelId="{267E769E-3E1D-4DC1-BF41-B08341F80E8D}" srcId="{DD3707AA-E61E-4EAE-AC6F-02F7CD9A3EE7}" destId="{CE8FB7DC-FFE4-48F3-80B2-7293EE94F732}" srcOrd="0" destOrd="0" parTransId="{F72538D3-9464-474E-9A4A-A0CF19F860B7}" sibTransId="{F0105710-63C0-4FFD-BFDB-9BD244829C19}"/>
    <dgm:cxn modelId="{EA21B89E-5F6C-4CB8-87FF-53E34A91D5CA}" type="presOf" srcId="{8F0110D8-3788-4DF8-B3DA-A56DE9768847}" destId="{78C54BEC-77E6-453C-989C-777ADABF3DB4}" srcOrd="0" destOrd="0" presId="urn:microsoft.com/office/officeart/2024/3/layout/hArchList1"/>
    <dgm:cxn modelId="{B20E6BA6-B18D-462A-87F9-4067C9F3823B}" type="presOf" srcId="{F0105710-63C0-4FFD-BFDB-9BD244829C19}" destId="{E0D2827B-CA80-4C78-9CCD-233F1BC298FC}" srcOrd="0" destOrd="0" presId="urn:microsoft.com/office/officeart/2024/3/layout/hArchList1"/>
    <dgm:cxn modelId="{12960BC5-F7A2-4FE9-BEEE-485903FDB46C}" type="presOf" srcId="{9B2A13A7-25F4-4AFA-B0CD-566697E89C43}" destId="{9F000ED8-0817-4B6A-A770-72915E80FB7F}" srcOrd="0" destOrd="1" presId="urn:microsoft.com/office/officeart/2024/3/layout/hArchList1"/>
    <dgm:cxn modelId="{9CD5F3C5-1BB5-4F3B-9E4F-AF4DFB2F5EBD}" srcId="{CE8FB7DC-FFE4-48F3-80B2-7293EE94F732}" destId="{9B2A13A7-25F4-4AFA-B0CD-566697E89C43}" srcOrd="1" destOrd="0" parTransId="{D2FD995F-13DF-4AE2-9617-97D3ABCAD57E}" sibTransId="{37CD4A16-6A75-4216-B236-76F6EB7E59D2}"/>
    <dgm:cxn modelId="{6D062ACC-926B-4413-BE11-08839CEBDA13}" type="presOf" srcId="{3E214889-C8A4-4900-A1C9-4CCE08D4CAB2}" destId="{6CC031E2-AD71-4A06-AF8C-68C0409BFCF8}" srcOrd="0" destOrd="0" presId="urn:microsoft.com/office/officeart/2024/3/layout/hArchList1"/>
    <dgm:cxn modelId="{1969A6CD-371B-4A31-A016-89F9AAF3D8F1}" srcId="{8F0110D8-3788-4DF8-B3DA-A56DE9768847}" destId="{91F42B99-DF59-46B2-A311-0685FC7060B6}" srcOrd="1" destOrd="0" parTransId="{0F75CDA0-2B26-4297-AE8E-EFD3D2840A4C}" sibTransId="{B0591052-057B-4553-9C07-191792825DBB}"/>
    <dgm:cxn modelId="{58636EEA-5435-42FE-A61C-D2A313F0224A}" type="presOf" srcId="{2945674D-FB88-4FDF-A327-8567D92A0624}" destId="{FAC216F4-78CF-4815-8412-3761772E1C57}" srcOrd="0" destOrd="0" presId="urn:microsoft.com/office/officeart/2024/3/layout/hArchList1"/>
    <dgm:cxn modelId="{E1EA123E-8E51-4862-B77C-035E1F58C85C}" type="presParOf" srcId="{712335EC-A50C-4845-8D79-995FBD716A54}" destId="{8CC2502F-E03A-4D06-A336-874CF4A11256}" srcOrd="0" destOrd="0" presId="urn:microsoft.com/office/officeart/2024/3/layout/hArchList1"/>
    <dgm:cxn modelId="{15C265E5-006C-4E35-BBCF-69262FEFFC91}" type="presParOf" srcId="{8CC2502F-E03A-4D06-A336-874CF4A11256}" destId="{C81FF14B-760E-482E-B2E0-8ECA4172A6FF}" srcOrd="0" destOrd="0" presId="urn:microsoft.com/office/officeart/2024/3/layout/hArchList1"/>
    <dgm:cxn modelId="{44E84BCE-5FE2-4D00-BA06-838C646DCCAE}" type="presParOf" srcId="{8CC2502F-E03A-4D06-A336-874CF4A11256}" destId="{9F000ED8-0817-4B6A-A770-72915E80FB7F}" srcOrd="1" destOrd="0" presId="urn:microsoft.com/office/officeart/2024/3/layout/hArchList1"/>
    <dgm:cxn modelId="{EAEDD53F-802D-44D0-8051-8FFB1AABEA6C}" type="presParOf" srcId="{712335EC-A50C-4845-8D79-995FBD716A54}" destId="{E0D2827B-CA80-4C78-9CCD-233F1BC298FC}" srcOrd="1" destOrd="0" presId="urn:microsoft.com/office/officeart/2024/3/layout/hArchList1"/>
    <dgm:cxn modelId="{7961B5B1-3A84-4A04-9F50-7BA50BE93B14}" type="presParOf" srcId="{712335EC-A50C-4845-8D79-995FBD716A54}" destId="{5CDCA4D6-745C-483D-94D8-08B902ED6651}" srcOrd="2" destOrd="0" presId="urn:microsoft.com/office/officeart/2024/3/layout/hArchList1"/>
    <dgm:cxn modelId="{E2BEA142-37C2-4878-8AA5-D7EEBD6B3E98}" type="presParOf" srcId="{5CDCA4D6-745C-483D-94D8-08B902ED6651}" destId="{78C54BEC-77E6-453C-989C-777ADABF3DB4}" srcOrd="0" destOrd="0" presId="urn:microsoft.com/office/officeart/2024/3/layout/hArchList1"/>
    <dgm:cxn modelId="{8E271187-51C5-44D4-9AEA-1EB29E1A640B}" type="presParOf" srcId="{5CDCA4D6-745C-483D-94D8-08B902ED6651}" destId="{6CC031E2-AD71-4A06-AF8C-68C0409BFCF8}" srcOrd="1" destOrd="0" presId="urn:microsoft.com/office/officeart/2024/3/layout/hArchList1"/>
    <dgm:cxn modelId="{46FE32A0-A304-4A47-9DD3-0DFCEF0867A2}" type="presParOf" srcId="{712335EC-A50C-4845-8D79-995FBD716A54}" destId="{7A943D74-1FFF-4CE2-91F7-C6DFE444E106}" srcOrd="3" destOrd="0" presId="urn:microsoft.com/office/officeart/2024/3/layout/hArchList1"/>
    <dgm:cxn modelId="{A2185FFD-7559-4ED4-85D4-005E986BFA0A}" type="presParOf" srcId="{712335EC-A50C-4845-8D79-995FBD716A54}" destId="{1AAEA1CE-F058-4F65-8442-81353D84EF91}" srcOrd="4" destOrd="0" presId="urn:microsoft.com/office/officeart/2024/3/layout/hArchList1"/>
    <dgm:cxn modelId="{58E1B10D-ED0E-46CB-98FA-59776181CA73}" type="presParOf" srcId="{1AAEA1CE-F058-4F65-8442-81353D84EF91}" destId="{12B7E438-C0BF-43A9-8007-A0F0246B5DE9}" srcOrd="0" destOrd="0" presId="urn:microsoft.com/office/officeart/2024/3/layout/hArchList1"/>
    <dgm:cxn modelId="{7F8F546E-8D0A-4BDB-B095-F6C5C61A96B2}" type="presParOf" srcId="{1AAEA1CE-F058-4F65-8442-81353D84EF91}" destId="{FAC216F4-78CF-4815-8412-3761772E1C57}"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19DB5A2-F314-4B26-A31A-C84EF044FE13}"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30F20B0E-CA74-4716-9712-1C60B61CABE4}">
      <dgm:prSet/>
      <dgm:spPr/>
      <dgm:t>
        <a:bodyPr/>
        <a:lstStyle/>
        <a:p>
          <a:pPr algn="l">
            <a:lnSpc>
              <a:spcPct val="100000"/>
            </a:lnSpc>
            <a:defRPr b="1"/>
          </a:pPr>
          <a:r>
            <a:rPr lang="en-US" sz="1800">
              <a:solidFill>
                <a:srgbClr val="0F0F0F"/>
              </a:solidFill>
              <a:latin typeface="Arial Nova Light"/>
              <a:ea typeface="+mn-ea"/>
              <a:cs typeface="+mn-cs"/>
            </a:rPr>
            <a:t>Reproducible Data Pipeline</a:t>
          </a:r>
        </a:p>
      </dgm:t>
    </dgm:pt>
    <dgm:pt modelId="{2DB9C63F-E86D-4A29-99B7-9046C016B164}" type="parTrans" cxnId="{AD7F5891-B28D-414C-94CA-D29145AFC89E}">
      <dgm:prSet/>
      <dgm:spPr/>
      <dgm:t>
        <a:bodyPr/>
        <a:lstStyle/>
        <a:p>
          <a:endParaRPr lang="en-US"/>
        </a:p>
      </dgm:t>
    </dgm:pt>
    <dgm:pt modelId="{6B26AB8F-78F7-41E4-A67D-37CED6F844DD}" type="sibTrans" cxnId="{AD7F5891-B28D-414C-94CA-D29145AFC89E}">
      <dgm:prSet/>
      <dgm:spPr/>
      <dgm:t>
        <a:bodyPr/>
        <a:lstStyle/>
        <a:p>
          <a:pPr>
            <a:lnSpc>
              <a:spcPct val="100000"/>
            </a:lnSpc>
            <a:defRPr b="1"/>
          </a:pPr>
          <a:endParaRPr lang="en-US"/>
        </a:p>
      </dgm:t>
    </dgm:pt>
    <dgm:pt modelId="{8794DA48-2208-41DF-9C8F-4B19F892E33B}">
      <dgm:prSet/>
      <dgm:spPr/>
      <dgm:t>
        <a:bodyPr/>
        <a:lstStyle/>
        <a:p>
          <a:pPr algn="l">
            <a:lnSpc>
              <a:spcPct val="100000"/>
            </a:lnSpc>
          </a:pPr>
          <a:r>
            <a:rPr lang="en-US" sz="1400" dirty="0">
              <a:solidFill>
                <a:srgbClr val="0F0F0F"/>
              </a:solidFill>
              <a:latin typeface="Arial Nova Light"/>
              <a:ea typeface="+mn-ea"/>
              <a:cs typeface="+mn-cs"/>
            </a:rPr>
            <a:t>The integration created a reproducible pipeline for environmental data, supporting consistent data processing and analysis.</a:t>
          </a:r>
        </a:p>
      </dgm:t>
    </dgm:pt>
    <dgm:pt modelId="{EFE4FFEB-0411-4DC6-8144-FF36D53C596C}" type="parTrans" cxnId="{46235FB9-E775-4097-9808-647BBB567AC3}">
      <dgm:prSet/>
      <dgm:spPr/>
      <dgm:t>
        <a:bodyPr/>
        <a:lstStyle/>
        <a:p>
          <a:endParaRPr lang="en-US"/>
        </a:p>
      </dgm:t>
    </dgm:pt>
    <dgm:pt modelId="{1F086866-9067-468B-B2C3-84DD9676DD49}" type="sibTrans" cxnId="{46235FB9-E775-4097-9808-647BBB567AC3}">
      <dgm:prSet/>
      <dgm:spPr/>
      <dgm:t>
        <a:bodyPr/>
        <a:lstStyle/>
        <a:p>
          <a:endParaRPr lang="en-US"/>
        </a:p>
      </dgm:t>
    </dgm:pt>
    <dgm:pt modelId="{675915E3-993D-466C-8523-3269B705C33B}">
      <dgm:prSet/>
      <dgm:spPr/>
      <dgm:t>
        <a:bodyPr/>
        <a:lstStyle/>
        <a:p>
          <a:pPr algn="l">
            <a:lnSpc>
              <a:spcPct val="100000"/>
            </a:lnSpc>
            <a:defRPr b="1"/>
          </a:pPr>
          <a:r>
            <a:rPr lang="en-US" sz="1800">
              <a:solidFill>
                <a:srgbClr val="0F0F0F"/>
              </a:solidFill>
              <a:latin typeface="Arial Nova Light"/>
              <a:ea typeface="+mn-ea"/>
              <a:cs typeface="+mn-cs"/>
            </a:rPr>
            <a:t>Limited Predictive Improvement</a:t>
          </a:r>
        </a:p>
      </dgm:t>
    </dgm:pt>
    <dgm:pt modelId="{B582F353-715E-407B-9E4A-B6CAFBA34688}" type="parTrans" cxnId="{D46FAA0F-7A72-4154-B400-E251E17002BB}">
      <dgm:prSet/>
      <dgm:spPr/>
      <dgm:t>
        <a:bodyPr/>
        <a:lstStyle/>
        <a:p>
          <a:endParaRPr lang="en-US"/>
        </a:p>
      </dgm:t>
    </dgm:pt>
    <dgm:pt modelId="{A4512D36-167A-40DB-8875-CD6027F715E0}" type="sibTrans" cxnId="{D46FAA0F-7A72-4154-B400-E251E17002BB}">
      <dgm:prSet/>
      <dgm:spPr/>
      <dgm:t>
        <a:bodyPr/>
        <a:lstStyle/>
        <a:p>
          <a:pPr>
            <a:lnSpc>
              <a:spcPct val="100000"/>
            </a:lnSpc>
            <a:defRPr b="1"/>
          </a:pPr>
          <a:endParaRPr lang="en-US"/>
        </a:p>
      </dgm:t>
    </dgm:pt>
    <dgm:pt modelId="{1A7A5E04-7384-41FD-8295-AAE72CCF8105}">
      <dgm:prSet/>
      <dgm:spPr/>
      <dgm:t>
        <a:bodyPr/>
        <a:lstStyle/>
        <a:p>
          <a:pPr algn="l">
            <a:lnSpc>
              <a:spcPct val="100000"/>
            </a:lnSpc>
          </a:pPr>
          <a:r>
            <a:rPr lang="en-US" sz="1400">
              <a:solidFill>
                <a:srgbClr val="0F0F0F"/>
              </a:solidFill>
              <a:latin typeface="Arial Nova Light"/>
              <a:ea typeface="+mn-ea"/>
              <a:cs typeface="+mn-cs"/>
            </a:rPr>
            <a:t>Adding climate-based similarity did not enhance predictive performance, indicating challenges in current environmental data representation.</a:t>
          </a:r>
        </a:p>
      </dgm:t>
    </dgm:pt>
    <dgm:pt modelId="{31CEA0FB-5E62-4BFB-B581-E3683262CE8A}" type="parTrans" cxnId="{DA666244-191E-4531-8DDC-4C4BAF88CA4C}">
      <dgm:prSet/>
      <dgm:spPr/>
      <dgm:t>
        <a:bodyPr/>
        <a:lstStyle/>
        <a:p>
          <a:endParaRPr lang="en-US"/>
        </a:p>
      </dgm:t>
    </dgm:pt>
    <dgm:pt modelId="{9C856AB3-1399-4D6B-8AFD-7B83C98F72E1}" type="sibTrans" cxnId="{DA666244-191E-4531-8DDC-4C4BAF88CA4C}">
      <dgm:prSet/>
      <dgm:spPr/>
      <dgm:t>
        <a:bodyPr/>
        <a:lstStyle/>
        <a:p>
          <a:endParaRPr lang="en-US"/>
        </a:p>
      </dgm:t>
    </dgm:pt>
    <dgm:pt modelId="{167DE6C7-E9F1-44BE-9649-C0A07A5709CD}">
      <dgm:prSet/>
      <dgm:spPr/>
      <dgm:t>
        <a:bodyPr/>
        <a:lstStyle/>
        <a:p>
          <a:pPr algn="l">
            <a:lnSpc>
              <a:spcPct val="100000"/>
            </a:lnSpc>
            <a:defRPr b="1"/>
          </a:pPr>
          <a:r>
            <a:rPr lang="en-US" sz="1800">
              <a:solidFill>
                <a:srgbClr val="0F0F0F"/>
              </a:solidFill>
              <a:latin typeface="Arial Nova Light"/>
              <a:ea typeface="+mn-ea"/>
              <a:cs typeface="+mn-cs"/>
            </a:rPr>
            <a:t>Foundation for Future Research</a:t>
          </a:r>
        </a:p>
      </dgm:t>
    </dgm:pt>
    <dgm:pt modelId="{1E7845E9-DFA8-46BE-98F7-D124BA4D4FA0}" type="parTrans" cxnId="{E547F757-5896-4A11-BAD6-4ED516EFFA80}">
      <dgm:prSet/>
      <dgm:spPr/>
      <dgm:t>
        <a:bodyPr/>
        <a:lstStyle/>
        <a:p>
          <a:endParaRPr lang="en-US"/>
        </a:p>
      </dgm:t>
    </dgm:pt>
    <dgm:pt modelId="{35E9C61D-6C1E-4C8F-A7D1-2BB05C03E644}" type="sibTrans" cxnId="{E547F757-5896-4A11-BAD6-4ED516EFFA80}">
      <dgm:prSet/>
      <dgm:spPr/>
      <dgm:t>
        <a:bodyPr/>
        <a:lstStyle/>
        <a:p>
          <a:pPr>
            <a:lnSpc>
              <a:spcPct val="100000"/>
            </a:lnSpc>
            <a:defRPr b="1"/>
          </a:pPr>
          <a:endParaRPr lang="en-US"/>
        </a:p>
      </dgm:t>
    </dgm:pt>
    <dgm:pt modelId="{C40C8C28-2F7B-4E9B-B5AD-6B6BDABE0F70}">
      <dgm:prSet/>
      <dgm:spPr/>
      <dgm:t>
        <a:bodyPr/>
        <a:lstStyle/>
        <a:p>
          <a:pPr algn="l">
            <a:lnSpc>
              <a:spcPct val="100000"/>
            </a:lnSpc>
          </a:pPr>
          <a:r>
            <a:rPr lang="en-US" sz="1400" b="0" dirty="0">
              <a:solidFill>
                <a:srgbClr val="0F0F0F"/>
              </a:solidFill>
              <a:latin typeface="Arial Nova Light"/>
              <a:ea typeface="+mn-ea"/>
              <a:cs typeface="+mn-cs"/>
            </a:rPr>
            <a:t>Methodological advances establish groundwork for further sophisticated environmental modeling in computational pharmacology.</a:t>
          </a:r>
        </a:p>
      </dgm:t>
    </dgm:pt>
    <dgm:pt modelId="{1EA8B2AC-6C95-42EF-B1E1-C8202C0A5FD4}" type="parTrans" cxnId="{9412DD45-4AAA-4689-90E8-288A5253D48E}">
      <dgm:prSet/>
      <dgm:spPr/>
      <dgm:t>
        <a:bodyPr/>
        <a:lstStyle/>
        <a:p>
          <a:endParaRPr lang="en-US"/>
        </a:p>
      </dgm:t>
    </dgm:pt>
    <dgm:pt modelId="{191E95E3-9F11-4D0D-89BA-3ABC8B8DE23A}" type="sibTrans" cxnId="{9412DD45-4AAA-4689-90E8-288A5253D48E}">
      <dgm:prSet/>
      <dgm:spPr/>
      <dgm:t>
        <a:bodyPr/>
        <a:lstStyle/>
        <a:p>
          <a:endParaRPr lang="en-US"/>
        </a:p>
      </dgm:t>
    </dgm:pt>
    <dgm:pt modelId="{E45143FD-045E-46AF-8314-FC6B1065D3A5}">
      <dgm:prSet phldr="0"/>
      <dgm:spPr/>
      <dgm:t>
        <a:bodyPr/>
        <a:lstStyle/>
        <a:p>
          <a:pPr algn="l">
            <a:lnSpc>
              <a:spcPct val="100000"/>
            </a:lnSpc>
          </a:pPr>
          <a:endParaRPr lang="en-US" sz="1400" dirty="0">
            <a:solidFill>
              <a:srgbClr val="0F0F0F"/>
            </a:solidFill>
            <a:latin typeface="Arial Nova Light"/>
            <a:ea typeface="+mn-ea"/>
            <a:cs typeface="+mn-cs"/>
          </a:endParaRPr>
        </a:p>
      </dgm:t>
    </dgm:pt>
    <dgm:pt modelId="{BA0265A7-056D-4B36-86B0-386733438137}" type="parTrans" cxnId="{274EADB2-4E7A-44CC-9805-F79A40200553}">
      <dgm:prSet/>
      <dgm:spPr/>
    </dgm:pt>
    <dgm:pt modelId="{D1BCC7B8-20D1-4232-BDE7-9B1A89A6794A}" type="sibTrans" cxnId="{274EADB2-4E7A-44CC-9805-F79A40200553}">
      <dgm:prSet/>
      <dgm:spPr/>
    </dgm:pt>
    <dgm:pt modelId="{9DAD4770-3239-42EA-ACEA-816969312209}">
      <dgm:prSet phldr="0"/>
      <dgm:spPr/>
      <dgm:t>
        <a:bodyPr/>
        <a:lstStyle/>
        <a:p>
          <a:pPr algn="l">
            <a:lnSpc>
              <a:spcPct val="100000"/>
            </a:lnSpc>
          </a:pPr>
          <a:endParaRPr lang="en-US" sz="1400" dirty="0">
            <a:solidFill>
              <a:srgbClr val="0F0F0F"/>
            </a:solidFill>
            <a:latin typeface="Arial Nova Light"/>
            <a:ea typeface="+mn-ea"/>
            <a:cs typeface="+mn-cs"/>
          </a:endParaRPr>
        </a:p>
      </dgm:t>
    </dgm:pt>
    <dgm:pt modelId="{8BA47EB6-A1AD-4687-954E-9477B00AC592}" type="parTrans" cxnId="{B6451126-36BA-43AC-BCDF-C89CFB09D413}">
      <dgm:prSet/>
      <dgm:spPr/>
    </dgm:pt>
    <dgm:pt modelId="{2954F1CA-8B8E-4643-AC19-2A6BA658A20E}" type="sibTrans" cxnId="{B6451126-36BA-43AC-BCDF-C89CFB09D413}">
      <dgm:prSet/>
      <dgm:spPr/>
    </dgm:pt>
    <dgm:pt modelId="{D0F88051-1215-49A7-80C2-55610A79CCF8}">
      <dgm:prSet phldr="0"/>
      <dgm:spPr/>
      <dgm:t>
        <a:bodyPr/>
        <a:lstStyle/>
        <a:p>
          <a:pPr algn="l">
            <a:lnSpc>
              <a:spcPct val="100000"/>
            </a:lnSpc>
          </a:pPr>
          <a:endParaRPr lang="en-US" sz="1400" dirty="0">
            <a:solidFill>
              <a:srgbClr val="0F0F0F"/>
            </a:solidFill>
            <a:latin typeface="Arial Nova Light"/>
            <a:ea typeface="+mn-ea"/>
            <a:cs typeface="+mn-cs"/>
          </a:endParaRPr>
        </a:p>
      </dgm:t>
    </dgm:pt>
    <dgm:pt modelId="{598DEB1E-4F2F-427B-901A-FAC0191D395A}" type="parTrans" cxnId="{6AF46533-6F5C-4D06-A974-D7C429C3DB12}">
      <dgm:prSet/>
      <dgm:spPr/>
    </dgm:pt>
    <dgm:pt modelId="{46CCE895-92A9-4D8F-8990-BB6A71B924CB}" type="sibTrans" cxnId="{6AF46533-6F5C-4D06-A974-D7C429C3DB12}">
      <dgm:prSet/>
      <dgm:spPr/>
    </dgm:pt>
    <dgm:pt modelId="{C36700AF-9C12-47D7-AF8F-8645C3E3F6C6}">
      <dgm:prSet phldr="0"/>
      <dgm:spPr/>
      <dgm:t>
        <a:bodyPr/>
        <a:lstStyle/>
        <a:p>
          <a:pPr algn="l">
            <a:lnSpc>
              <a:spcPct val="100000"/>
            </a:lnSpc>
          </a:pPr>
          <a:endParaRPr lang="en-US" sz="1400" dirty="0">
            <a:solidFill>
              <a:srgbClr val="0F0F0F"/>
            </a:solidFill>
            <a:latin typeface="Arial Nova Light"/>
            <a:ea typeface="+mn-ea"/>
            <a:cs typeface="+mn-cs"/>
          </a:endParaRPr>
        </a:p>
      </dgm:t>
    </dgm:pt>
    <dgm:pt modelId="{A98A37C0-BEDF-4683-810E-0216EFD2C694}" type="parTrans" cxnId="{FBB03857-A817-47B3-87A5-B21C86E70196}">
      <dgm:prSet/>
      <dgm:spPr/>
    </dgm:pt>
    <dgm:pt modelId="{368BA4B1-4F20-462D-AF95-02E72069E3B4}" type="sibTrans" cxnId="{FBB03857-A817-47B3-87A5-B21C86E70196}">
      <dgm:prSet/>
      <dgm:spPr/>
    </dgm:pt>
    <dgm:pt modelId="{C34D3B34-E21F-430B-9E8B-B93C9A95FC9E}">
      <dgm:prSet phldr="0"/>
      <dgm:spPr/>
      <dgm:t>
        <a:bodyPr/>
        <a:lstStyle/>
        <a:p>
          <a:pPr algn="l">
            <a:lnSpc>
              <a:spcPct val="100000"/>
            </a:lnSpc>
          </a:pPr>
          <a:endParaRPr lang="en-US" sz="1400" b="0" dirty="0">
            <a:solidFill>
              <a:srgbClr val="0F0F0F"/>
            </a:solidFill>
            <a:latin typeface="Arial Nova Light"/>
            <a:ea typeface="+mn-ea"/>
            <a:cs typeface="+mn-cs"/>
          </a:endParaRPr>
        </a:p>
      </dgm:t>
    </dgm:pt>
    <dgm:pt modelId="{D0041AEA-044F-4169-930F-D4D767CEED0A}" type="parTrans" cxnId="{3F748D6C-B913-46CD-9064-DA002CE90707}">
      <dgm:prSet/>
      <dgm:spPr/>
    </dgm:pt>
    <dgm:pt modelId="{6C335534-34D8-4060-9282-E10C9BAA3D01}" type="sibTrans" cxnId="{3F748D6C-B913-46CD-9064-DA002CE90707}">
      <dgm:prSet/>
      <dgm:spPr/>
    </dgm:pt>
    <dgm:pt modelId="{F9A6D6CC-667A-428C-B939-501FFBBD1D5A}">
      <dgm:prSet phldr="0"/>
      <dgm:spPr/>
      <dgm:t>
        <a:bodyPr/>
        <a:lstStyle/>
        <a:p>
          <a:pPr algn="l" rtl="0">
            <a:lnSpc>
              <a:spcPct val="100000"/>
            </a:lnSpc>
          </a:pPr>
          <a:endParaRPr lang="en-US" sz="1400" dirty="0">
            <a:solidFill>
              <a:srgbClr val="0F0F0F"/>
            </a:solidFill>
            <a:latin typeface="Arial Nova Light"/>
            <a:ea typeface="+mn-ea"/>
            <a:cs typeface="+mn-cs"/>
          </a:endParaRPr>
        </a:p>
      </dgm:t>
    </dgm:pt>
    <dgm:pt modelId="{9E183AC6-6268-4716-8E2D-13381602812B}" type="parTrans" cxnId="{D97EEF7E-2195-41D0-8504-4829CE530B4D}">
      <dgm:prSet/>
      <dgm:spPr/>
    </dgm:pt>
    <dgm:pt modelId="{562F9DF3-C1EF-40DA-9D63-F39002680C8D}" type="sibTrans" cxnId="{D97EEF7E-2195-41D0-8504-4829CE530B4D}">
      <dgm:prSet/>
      <dgm:spPr/>
    </dgm:pt>
    <dgm:pt modelId="{DD9DB0F6-C6B5-4D5E-B421-5855FA82CB61}" type="pres">
      <dgm:prSet presAssocID="{719DB5A2-F314-4B26-A31A-C84EF044FE13}" presName="Name0" presStyleCnt="0">
        <dgm:presLayoutVars>
          <dgm:dir/>
          <dgm:resizeHandles val="exact"/>
        </dgm:presLayoutVars>
      </dgm:prSet>
      <dgm:spPr/>
    </dgm:pt>
    <dgm:pt modelId="{250DC4BA-D8FF-4F80-A151-BF4BE6877B79}" type="pres">
      <dgm:prSet presAssocID="{30F20B0E-CA74-4716-9712-1C60B61CABE4}" presName="compNode" presStyleCnt="0"/>
      <dgm:spPr/>
    </dgm:pt>
    <dgm:pt modelId="{47B188E4-00A4-44AC-9BF7-BA5973434E65}" type="pres">
      <dgm:prSet presAssocID="{30F20B0E-CA74-4716-9712-1C60B61CABE4}" presName="pictRect" presStyleLbl="revTx" presStyleIdx="0" presStyleCnt="6">
        <dgm:presLayoutVars>
          <dgm:chMax val="0"/>
          <dgm:bulletEnabled/>
        </dgm:presLayoutVars>
      </dgm:prSet>
      <dgm:spPr/>
    </dgm:pt>
    <dgm:pt modelId="{47293C66-3B76-432C-9970-0F1A5AE8320D}" type="pres">
      <dgm:prSet presAssocID="{30F20B0E-CA74-4716-9712-1C60B61CABE4}" presName="textRect" presStyleLbl="revTx" presStyleIdx="1" presStyleCnt="6">
        <dgm:presLayoutVars>
          <dgm:bulletEnabled/>
        </dgm:presLayoutVars>
      </dgm:prSet>
      <dgm:spPr/>
    </dgm:pt>
    <dgm:pt modelId="{9BBA69A5-6B7B-4B73-BB59-67D5CF9D1ECE}" type="pres">
      <dgm:prSet presAssocID="{6B26AB8F-78F7-41E4-A67D-37CED6F844DD}" presName="sibTrans" presStyleLbl="sibTrans2D1" presStyleIdx="0" presStyleCnt="0"/>
      <dgm:spPr/>
    </dgm:pt>
    <dgm:pt modelId="{99B9456C-7522-4AC6-8FAB-7AEB6555F2AE}" type="pres">
      <dgm:prSet presAssocID="{675915E3-993D-466C-8523-3269B705C33B}" presName="compNode" presStyleCnt="0"/>
      <dgm:spPr/>
    </dgm:pt>
    <dgm:pt modelId="{1BD09821-740B-4073-B22E-4A00D433C3F7}" type="pres">
      <dgm:prSet presAssocID="{675915E3-993D-466C-8523-3269B705C33B}" presName="pictRect" presStyleLbl="revTx" presStyleIdx="2" presStyleCnt="6">
        <dgm:presLayoutVars>
          <dgm:chMax val="0"/>
          <dgm:bulletEnabled/>
        </dgm:presLayoutVars>
      </dgm:prSet>
      <dgm:spPr/>
    </dgm:pt>
    <dgm:pt modelId="{2B70C00F-7163-49E9-BFAB-B6FC0BE65990}" type="pres">
      <dgm:prSet presAssocID="{675915E3-993D-466C-8523-3269B705C33B}" presName="textRect" presStyleLbl="revTx" presStyleIdx="3" presStyleCnt="6">
        <dgm:presLayoutVars>
          <dgm:bulletEnabled/>
        </dgm:presLayoutVars>
      </dgm:prSet>
      <dgm:spPr/>
    </dgm:pt>
    <dgm:pt modelId="{8F9E74E0-9B56-42EE-97D0-1057858E0707}" type="pres">
      <dgm:prSet presAssocID="{A4512D36-167A-40DB-8875-CD6027F715E0}" presName="sibTrans" presStyleLbl="sibTrans2D1" presStyleIdx="0" presStyleCnt="0"/>
      <dgm:spPr/>
    </dgm:pt>
    <dgm:pt modelId="{17E489FA-098D-4F8C-AB4A-679861F2AF7E}" type="pres">
      <dgm:prSet presAssocID="{167DE6C7-E9F1-44BE-9649-C0A07A5709CD}" presName="compNode" presStyleCnt="0"/>
      <dgm:spPr/>
    </dgm:pt>
    <dgm:pt modelId="{21C02335-A4CB-4E50-94D2-8627D81849AF}" type="pres">
      <dgm:prSet presAssocID="{167DE6C7-E9F1-44BE-9649-C0A07A5709CD}" presName="pictRect" presStyleLbl="revTx" presStyleIdx="4" presStyleCnt="6">
        <dgm:presLayoutVars>
          <dgm:chMax val="0"/>
          <dgm:bulletEnabled/>
        </dgm:presLayoutVars>
      </dgm:prSet>
      <dgm:spPr/>
    </dgm:pt>
    <dgm:pt modelId="{843A95E5-D9F3-47CA-893A-CE7FEC209CAE}" type="pres">
      <dgm:prSet presAssocID="{167DE6C7-E9F1-44BE-9649-C0A07A5709CD}" presName="textRect" presStyleLbl="revTx" presStyleIdx="5" presStyleCnt="6">
        <dgm:presLayoutVars>
          <dgm:bulletEnabled/>
        </dgm:presLayoutVars>
      </dgm:prSet>
      <dgm:spPr/>
    </dgm:pt>
  </dgm:ptLst>
  <dgm:cxnLst>
    <dgm:cxn modelId="{D46FAA0F-7A72-4154-B400-E251E17002BB}" srcId="{719DB5A2-F314-4B26-A31A-C84EF044FE13}" destId="{675915E3-993D-466C-8523-3269B705C33B}" srcOrd="1" destOrd="0" parTransId="{B582F353-715E-407B-9E4A-B6CAFBA34688}" sibTransId="{A4512D36-167A-40DB-8875-CD6027F715E0}"/>
    <dgm:cxn modelId="{0EB5581E-9119-4B17-B943-956CD7A7C16F}" type="presOf" srcId="{719DB5A2-F314-4B26-A31A-C84EF044FE13}" destId="{DD9DB0F6-C6B5-4D5E-B421-5855FA82CB61}" srcOrd="0" destOrd="0" presId="urn:microsoft.com/office/officeart/2024/3/layout/hArchList1"/>
    <dgm:cxn modelId="{B6451126-36BA-43AC-BCDF-C89CFB09D413}" srcId="{675915E3-993D-466C-8523-3269B705C33B}" destId="{9DAD4770-3239-42EA-ACEA-816969312209}" srcOrd="0" destOrd="0" parTransId="{8BA47EB6-A1AD-4687-954E-9477B00AC592}" sibTransId="{2954F1CA-8B8E-4643-AC19-2A6BA658A20E}"/>
    <dgm:cxn modelId="{6AF46533-6F5C-4D06-A974-D7C429C3DB12}" srcId="{675915E3-993D-466C-8523-3269B705C33B}" destId="{D0F88051-1215-49A7-80C2-55610A79CCF8}" srcOrd="1" destOrd="0" parTransId="{598DEB1E-4F2F-427B-901A-FAC0191D395A}" sibTransId="{46CCE895-92A9-4D8F-8990-BB6A71B924CB}"/>
    <dgm:cxn modelId="{F2D60E5C-E467-4930-9928-83855DC62ACB}" type="presOf" srcId="{1A7A5E04-7384-41FD-8295-AAE72CCF8105}" destId="{2B70C00F-7163-49E9-BFAB-B6FC0BE65990}" srcOrd="0" destOrd="2" presId="urn:microsoft.com/office/officeart/2024/3/layout/hArchList1"/>
    <dgm:cxn modelId="{DA666244-191E-4531-8DDC-4C4BAF88CA4C}" srcId="{675915E3-993D-466C-8523-3269B705C33B}" destId="{1A7A5E04-7384-41FD-8295-AAE72CCF8105}" srcOrd="2" destOrd="0" parTransId="{31CEA0FB-5E62-4BFB-B581-E3683262CE8A}" sibTransId="{9C856AB3-1399-4D6B-8AFD-7B83C98F72E1}"/>
    <dgm:cxn modelId="{352FE364-7531-42A2-AEC7-9CFEE4E97B27}" type="presOf" srcId="{8794DA48-2208-41DF-9C8F-4B19F892E33B}" destId="{47293C66-3B76-432C-9970-0F1A5AE8320D}" srcOrd="0" destOrd="2" presId="urn:microsoft.com/office/officeart/2024/3/layout/hArchList1"/>
    <dgm:cxn modelId="{9412DD45-4AAA-4689-90E8-288A5253D48E}" srcId="{167DE6C7-E9F1-44BE-9649-C0A07A5709CD}" destId="{C40C8C28-2F7B-4E9B-B5AD-6B6BDABE0F70}" srcOrd="2" destOrd="0" parTransId="{1EA8B2AC-6C95-42EF-B1E1-C8202C0A5FD4}" sibTransId="{191E95E3-9F11-4D0D-89BA-3ABC8B8DE23A}"/>
    <dgm:cxn modelId="{3F748D6C-B913-46CD-9064-DA002CE90707}" srcId="{167DE6C7-E9F1-44BE-9649-C0A07A5709CD}" destId="{C34D3B34-E21F-430B-9E8B-B93C9A95FC9E}" srcOrd="1" destOrd="0" parTransId="{D0041AEA-044F-4169-930F-D4D767CEED0A}" sibTransId="{6C335534-34D8-4060-9282-E10C9BAA3D01}"/>
    <dgm:cxn modelId="{0C184F54-C8AB-4A8C-B739-7FF597B75C83}" type="presOf" srcId="{9DAD4770-3239-42EA-ACEA-816969312209}" destId="{2B70C00F-7163-49E9-BFAB-B6FC0BE65990}" srcOrd="0" destOrd="0" presId="urn:microsoft.com/office/officeart/2024/3/layout/hArchList1"/>
    <dgm:cxn modelId="{AA0A2D76-480B-4901-8A22-17EF0B7183A0}" type="presOf" srcId="{6B26AB8F-78F7-41E4-A67D-37CED6F844DD}" destId="{9BBA69A5-6B7B-4B73-BB59-67D5CF9D1ECE}" srcOrd="0" destOrd="0" presId="urn:microsoft.com/office/officeart/2024/3/layout/hArchList1"/>
    <dgm:cxn modelId="{FBB03857-A817-47B3-87A5-B21C86E70196}" srcId="{167DE6C7-E9F1-44BE-9649-C0A07A5709CD}" destId="{C36700AF-9C12-47D7-AF8F-8645C3E3F6C6}" srcOrd="0" destOrd="0" parTransId="{A98A37C0-BEDF-4683-810E-0216EFD2C694}" sibTransId="{368BA4B1-4F20-462D-AF95-02E72069E3B4}"/>
    <dgm:cxn modelId="{E547F757-5896-4A11-BAD6-4ED516EFFA80}" srcId="{719DB5A2-F314-4B26-A31A-C84EF044FE13}" destId="{167DE6C7-E9F1-44BE-9649-C0A07A5709CD}" srcOrd="2" destOrd="0" parTransId="{1E7845E9-DFA8-46BE-98F7-D124BA4D4FA0}" sibTransId="{35E9C61D-6C1E-4C8F-A7D1-2BB05C03E644}"/>
    <dgm:cxn modelId="{F565AB7D-F859-48A4-A09C-FF259E4C23C4}" type="presOf" srcId="{C40C8C28-2F7B-4E9B-B5AD-6B6BDABE0F70}" destId="{843A95E5-D9F3-47CA-893A-CE7FEC209CAE}" srcOrd="0" destOrd="2" presId="urn:microsoft.com/office/officeart/2024/3/layout/hArchList1"/>
    <dgm:cxn modelId="{D97EEF7E-2195-41D0-8504-4829CE530B4D}" srcId="{30F20B0E-CA74-4716-9712-1C60B61CABE4}" destId="{F9A6D6CC-667A-428C-B939-501FFBBD1D5A}" srcOrd="1" destOrd="0" parTransId="{9E183AC6-6268-4716-8E2D-13381602812B}" sibTransId="{562F9DF3-C1EF-40DA-9D63-F39002680C8D}"/>
    <dgm:cxn modelId="{AD02E58D-230E-4667-9D06-B9671720ED6C}" type="presOf" srcId="{30F20B0E-CA74-4716-9712-1C60B61CABE4}" destId="{47B188E4-00A4-44AC-9BF7-BA5973434E65}" srcOrd="0" destOrd="0" presId="urn:microsoft.com/office/officeart/2024/3/layout/hArchList1"/>
    <dgm:cxn modelId="{5825798F-EEFA-469D-BDBA-4B777830787A}" type="presOf" srcId="{A4512D36-167A-40DB-8875-CD6027F715E0}" destId="{8F9E74E0-9B56-42EE-97D0-1057858E0707}" srcOrd="0" destOrd="0" presId="urn:microsoft.com/office/officeart/2024/3/layout/hArchList1"/>
    <dgm:cxn modelId="{AD7F5891-B28D-414C-94CA-D29145AFC89E}" srcId="{719DB5A2-F314-4B26-A31A-C84EF044FE13}" destId="{30F20B0E-CA74-4716-9712-1C60B61CABE4}" srcOrd="0" destOrd="0" parTransId="{2DB9C63F-E86D-4A29-99B7-9046C016B164}" sibTransId="{6B26AB8F-78F7-41E4-A67D-37CED6F844DD}"/>
    <dgm:cxn modelId="{D4E56FAD-0A48-40FF-AA07-70976878CF0C}" type="presOf" srcId="{F9A6D6CC-667A-428C-B939-501FFBBD1D5A}" destId="{47293C66-3B76-432C-9970-0F1A5AE8320D}" srcOrd="0" destOrd="1" presId="urn:microsoft.com/office/officeart/2024/3/layout/hArchList1"/>
    <dgm:cxn modelId="{274EADB2-4E7A-44CC-9805-F79A40200553}" srcId="{30F20B0E-CA74-4716-9712-1C60B61CABE4}" destId="{E45143FD-045E-46AF-8314-FC6B1065D3A5}" srcOrd="0" destOrd="0" parTransId="{BA0265A7-056D-4B36-86B0-386733438137}" sibTransId="{D1BCC7B8-20D1-4232-BDE7-9B1A89A6794A}"/>
    <dgm:cxn modelId="{280EC5B6-12FA-4571-BD81-E4598EBFEEDC}" type="presOf" srcId="{675915E3-993D-466C-8523-3269B705C33B}" destId="{1BD09821-740B-4073-B22E-4A00D433C3F7}" srcOrd="0" destOrd="0" presId="urn:microsoft.com/office/officeart/2024/3/layout/hArchList1"/>
    <dgm:cxn modelId="{46235FB9-E775-4097-9808-647BBB567AC3}" srcId="{30F20B0E-CA74-4716-9712-1C60B61CABE4}" destId="{8794DA48-2208-41DF-9C8F-4B19F892E33B}" srcOrd="2" destOrd="0" parTransId="{EFE4FFEB-0411-4DC6-8144-FF36D53C596C}" sibTransId="{1F086866-9067-468B-B2C3-84DD9676DD49}"/>
    <dgm:cxn modelId="{F6CDEAC7-EE0F-4CE4-B88F-E9CD71265D1F}" type="presOf" srcId="{D0F88051-1215-49A7-80C2-55610A79CCF8}" destId="{2B70C00F-7163-49E9-BFAB-B6FC0BE65990}" srcOrd="0" destOrd="1" presId="urn:microsoft.com/office/officeart/2024/3/layout/hArchList1"/>
    <dgm:cxn modelId="{F36E7BCC-C7EC-454A-A555-FAC43F487C31}" type="presOf" srcId="{167DE6C7-E9F1-44BE-9649-C0A07A5709CD}" destId="{21C02335-A4CB-4E50-94D2-8627D81849AF}" srcOrd="0" destOrd="0" presId="urn:microsoft.com/office/officeart/2024/3/layout/hArchList1"/>
    <dgm:cxn modelId="{91F410E5-1159-4A6B-869F-DDEB8E2051E4}" type="presOf" srcId="{C36700AF-9C12-47D7-AF8F-8645C3E3F6C6}" destId="{843A95E5-D9F3-47CA-893A-CE7FEC209CAE}" srcOrd="0" destOrd="0" presId="urn:microsoft.com/office/officeart/2024/3/layout/hArchList1"/>
    <dgm:cxn modelId="{7A25ABE6-9FB6-4711-A447-811C9F9700A9}" type="presOf" srcId="{C34D3B34-E21F-430B-9E8B-B93C9A95FC9E}" destId="{843A95E5-D9F3-47CA-893A-CE7FEC209CAE}" srcOrd="0" destOrd="1" presId="urn:microsoft.com/office/officeart/2024/3/layout/hArchList1"/>
    <dgm:cxn modelId="{29C013FF-6839-42CB-AA73-F71A6C41BE7E}" type="presOf" srcId="{E45143FD-045E-46AF-8314-FC6B1065D3A5}" destId="{47293C66-3B76-432C-9970-0F1A5AE8320D}" srcOrd="0" destOrd="0" presId="urn:microsoft.com/office/officeart/2024/3/layout/hArchList1"/>
    <dgm:cxn modelId="{173A8359-F34E-45BF-BEC3-A0A3036FEAF6}" type="presParOf" srcId="{DD9DB0F6-C6B5-4D5E-B421-5855FA82CB61}" destId="{250DC4BA-D8FF-4F80-A151-BF4BE6877B79}" srcOrd="0" destOrd="0" presId="urn:microsoft.com/office/officeart/2024/3/layout/hArchList1"/>
    <dgm:cxn modelId="{E2AE8FAF-DB32-434E-8A63-9E8799048CE9}" type="presParOf" srcId="{250DC4BA-D8FF-4F80-A151-BF4BE6877B79}" destId="{47B188E4-00A4-44AC-9BF7-BA5973434E65}" srcOrd="0" destOrd="0" presId="urn:microsoft.com/office/officeart/2024/3/layout/hArchList1"/>
    <dgm:cxn modelId="{24E575A4-97B3-4C01-9FEA-3DAF53F09616}" type="presParOf" srcId="{250DC4BA-D8FF-4F80-A151-BF4BE6877B79}" destId="{47293C66-3B76-432C-9970-0F1A5AE8320D}" srcOrd="1" destOrd="0" presId="urn:microsoft.com/office/officeart/2024/3/layout/hArchList1"/>
    <dgm:cxn modelId="{025F9A50-BED2-496F-BF0C-3F14DBC8966A}" type="presParOf" srcId="{DD9DB0F6-C6B5-4D5E-B421-5855FA82CB61}" destId="{9BBA69A5-6B7B-4B73-BB59-67D5CF9D1ECE}" srcOrd="1" destOrd="0" presId="urn:microsoft.com/office/officeart/2024/3/layout/hArchList1"/>
    <dgm:cxn modelId="{B2C3D558-861A-4AA0-915A-B608D19EB1E3}" type="presParOf" srcId="{DD9DB0F6-C6B5-4D5E-B421-5855FA82CB61}" destId="{99B9456C-7522-4AC6-8FAB-7AEB6555F2AE}" srcOrd="2" destOrd="0" presId="urn:microsoft.com/office/officeart/2024/3/layout/hArchList1"/>
    <dgm:cxn modelId="{3842DF3C-6308-4486-97D4-E41D006423A7}" type="presParOf" srcId="{99B9456C-7522-4AC6-8FAB-7AEB6555F2AE}" destId="{1BD09821-740B-4073-B22E-4A00D433C3F7}" srcOrd="0" destOrd="0" presId="urn:microsoft.com/office/officeart/2024/3/layout/hArchList1"/>
    <dgm:cxn modelId="{23A02FA1-B560-439B-A2A2-0DADD9772EDB}" type="presParOf" srcId="{99B9456C-7522-4AC6-8FAB-7AEB6555F2AE}" destId="{2B70C00F-7163-49E9-BFAB-B6FC0BE65990}" srcOrd="1" destOrd="0" presId="urn:microsoft.com/office/officeart/2024/3/layout/hArchList1"/>
    <dgm:cxn modelId="{4202FD25-91E9-4ACB-90C4-862BE4DEF172}" type="presParOf" srcId="{DD9DB0F6-C6B5-4D5E-B421-5855FA82CB61}" destId="{8F9E74E0-9B56-42EE-97D0-1057858E0707}" srcOrd="3" destOrd="0" presId="urn:microsoft.com/office/officeart/2024/3/layout/hArchList1"/>
    <dgm:cxn modelId="{CB98B845-31CF-40C1-8733-DA2B9F1532C5}" type="presParOf" srcId="{DD9DB0F6-C6B5-4D5E-B421-5855FA82CB61}" destId="{17E489FA-098D-4F8C-AB4A-679861F2AF7E}" srcOrd="4" destOrd="0" presId="urn:microsoft.com/office/officeart/2024/3/layout/hArchList1"/>
    <dgm:cxn modelId="{737E08F4-1C4C-49DF-AC75-4A404E70BBB1}" type="presParOf" srcId="{17E489FA-098D-4F8C-AB4A-679861F2AF7E}" destId="{21C02335-A4CB-4E50-94D2-8627D81849AF}" srcOrd="0" destOrd="0" presId="urn:microsoft.com/office/officeart/2024/3/layout/hArchList1"/>
    <dgm:cxn modelId="{B852B591-C9BF-4B96-AEC2-9FDD84CD17F8}" type="presParOf" srcId="{17E489FA-098D-4F8C-AB4A-679861F2AF7E}" destId="{843A95E5-D9F3-47CA-893A-CE7FEC209CAE}"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1FF14B-760E-482E-B2E0-8ECA4172A6FF}">
      <dsp:nvSpPr>
        <dsp:cNvPr id="0" name=""/>
        <dsp:cNvSpPr/>
      </dsp:nvSpPr>
      <dsp:spPr>
        <a:xfrm>
          <a:off x="0" y="0"/>
          <a:ext cx="1953131" cy="7812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dirty="0">
              <a:solidFill>
                <a:srgbClr val="0F0F0F"/>
              </a:solidFill>
              <a:latin typeface="Arial Nova Light"/>
              <a:ea typeface="+mn-ea"/>
              <a:cs typeface="+mn-cs"/>
            </a:rPr>
            <a:t>Integration of Disciplines</a:t>
          </a:r>
        </a:p>
      </dsp:txBody>
      <dsp:txXfrm>
        <a:off x="0" y="0"/>
        <a:ext cx="1953131" cy="781252"/>
      </dsp:txXfrm>
    </dsp:sp>
    <dsp:sp modelId="{9F000ED8-0817-4B6A-A770-72915E80FB7F}">
      <dsp:nvSpPr>
        <dsp:cNvPr id="0" name=""/>
        <dsp:cNvSpPr/>
      </dsp:nvSpPr>
      <dsp:spPr>
        <a:xfrm>
          <a:off x="0" y="781252"/>
          <a:ext cx="1953131" cy="33335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endParaRPr lang="en-US" sz="1200" kern="1200" dirty="0">
            <a:solidFill>
              <a:srgbClr val="0F0F0F"/>
            </a:solidFill>
            <a:latin typeface="Arial Nova Light"/>
            <a:ea typeface="+mn-ea"/>
            <a:cs typeface="+mn-cs"/>
          </a:endParaRPr>
        </a:p>
        <a:p>
          <a:pPr marL="0" lvl="0" indent="0" algn="l" defTabSz="533400">
            <a:lnSpc>
              <a:spcPct val="100000"/>
            </a:lnSpc>
            <a:spcBef>
              <a:spcPct val="0"/>
            </a:spcBef>
            <a:spcAft>
              <a:spcPct val="35000"/>
            </a:spcAft>
            <a:buNone/>
          </a:pPr>
          <a:r>
            <a:rPr lang="en-US" sz="1200" kern="1200">
              <a:solidFill>
                <a:srgbClr val="0F0F0F"/>
              </a:solidFill>
              <a:latin typeface="Arial Nova Light"/>
              <a:ea typeface="+mn-ea"/>
              <a:cs typeface="+mn-cs"/>
            </a:rPr>
            <a:t>Herb-disease prediction combines traditional medicine, pharmacology, and computational science for novel insights.</a:t>
          </a:r>
        </a:p>
      </dsp:txBody>
      <dsp:txXfrm>
        <a:off x="0" y="781252"/>
        <a:ext cx="1953131" cy="3333547"/>
      </dsp:txXfrm>
    </dsp:sp>
    <dsp:sp modelId="{78C54BEC-77E6-453C-989C-777ADABF3DB4}">
      <dsp:nvSpPr>
        <dsp:cNvPr id="0" name=""/>
        <dsp:cNvSpPr/>
      </dsp:nvSpPr>
      <dsp:spPr>
        <a:xfrm>
          <a:off x="2148444" y="0"/>
          <a:ext cx="1953131" cy="7812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dirty="0">
              <a:solidFill>
                <a:srgbClr val="0F0F0F"/>
              </a:solidFill>
              <a:latin typeface="Arial Nova Light"/>
              <a:ea typeface="+mn-ea"/>
              <a:cs typeface="+mn-cs"/>
            </a:rPr>
            <a:t>Impact of Environmental Factors</a:t>
          </a:r>
        </a:p>
      </dsp:txBody>
      <dsp:txXfrm>
        <a:off x="2148444" y="0"/>
        <a:ext cx="1953131" cy="781252"/>
      </dsp:txXfrm>
    </dsp:sp>
    <dsp:sp modelId="{6CC031E2-AD71-4A06-AF8C-68C0409BFCF8}">
      <dsp:nvSpPr>
        <dsp:cNvPr id="0" name=""/>
        <dsp:cNvSpPr/>
      </dsp:nvSpPr>
      <dsp:spPr>
        <a:xfrm>
          <a:off x="2148444" y="781252"/>
          <a:ext cx="1953131" cy="33335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endParaRPr lang="en-US" sz="1200" kern="1200" dirty="0">
            <a:solidFill>
              <a:srgbClr val="0F0F0F"/>
            </a:solidFill>
            <a:latin typeface="Arial Nova Light"/>
            <a:ea typeface="+mn-ea"/>
            <a:cs typeface="+mn-cs"/>
          </a:endParaRPr>
        </a:p>
        <a:p>
          <a:pPr marL="0" lvl="0" indent="0" algn="l" defTabSz="533400">
            <a:lnSpc>
              <a:spcPct val="100000"/>
            </a:lnSpc>
            <a:spcBef>
              <a:spcPct val="0"/>
            </a:spcBef>
            <a:spcAft>
              <a:spcPct val="35000"/>
            </a:spcAft>
            <a:buNone/>
          </a:pPr>
          <a:r>
            <a:rPr lang="en-US" sz="1200" kern="1200" dirty="0">
              <a:solidFill>
                <a:srgbClr val="0F0F0F"/>
              </a:solidFill>
              <a:latin typeface="Arial Nova Light"/>
              <a:ea typeface="+mn-ea"/>
              <a:cs typeface="+mn-cs"/>
            </a:rPr>
            <a:t>Climate and stressors affect plant metabolism, influencing medicinal compound production and therapeutic effects.</a:t>
          </a:r>
        </a:p>
      </dsp:txBody>
      <dsp:txXfrm>
        <a:off x="2148444" y="781252"/>
        <a:ext cx="1953131" cy="3333547"/>
      </dsp:txXfrm>
    </dsp:sp>
    <dsp:sp modelId="{12B7E438-C0BF-43A9-8007-A0F0246B5DE9}">
      <dsp:nvSpPr>
        <dsp:cNvPr id="0" name=""/>
        <dsp:cNvSpPr/>
      </dsp:nvSpPr>
      <dsp:spPr>
        <a:xfrm>
          <a:off x="4296888" y="0"/>
          <a:ext cx="1953131" cy="7812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dirty="0">
              <a:solidFill>
                <a:srgbClr val="0F0F0F"/>
              </a:solidFill>
              <a:latin typeface="Arial Nova Light"/>
              <a:ea typeface="+mn-ea"/>
              <a:cs typeface="+mn-cs"/>
            </a:rPr>
            <a:t>Incorporating Climate Data</a:t>
          </a:r>
        </a:p>
      </dsp:txBody>
      <dsp:txXfrm>
        <a:off x="4296888" y="0"/>
        <a:ext cx="1953131" cy="781252"/>
      </dsp:txXfrm>
    </dsp:sp>
    <dsp:sp modelId="{FAC216F4-78CF-4815-8412-3761772E1C57}">
      <dsp:nvSpPr>
        <dsp:cNvPr id="0" name=""/>
        <dsp:cNvSpPr/>
      </dsp:nvSpPr>
      <dsp:spPr>
        <a:xfrm>
          <a:off x="4296888" y="781252"/>
          <a:ext cx="1953131" cy="33335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rtl="0">
            <a:lnSpc>
              <a:spcPct val="100000"/>
            </a:lnSpc>
            <a:spcBef>
              <a:spcPct val="0"/>
            </a:spcBef>
            <a:spcAft>
              <a:spcPct val="35000"/>
            </a:spcAft>
            <a:buNone/>
          </a:pPr>
          <a:endParaRPr lang="en-US" sz="1200" kern="1200" dirty="0">
            <a:solidFill>
              <a:srgbClr val="0F0F0F"/>
            </a:solidFill>
            <a:latin typeface="Arial Nova Light"/>
            <a:ea typeface="+mn-ea"/>
            <a:cs typeface="+mn-cs"/>
          </a:endParaRPr>
        </a:p>
        <a:p>
          <a:pPr marL="0" lvl="0" indent="0" algn="l" defTabSz="533400">
            <a:lnSpc>
              <a:spcPct val="100000"/>
            </a:lnSpc>
            <a:spcBef>
              <a:spcPct val="0"/>
            </a:spcBef>
            <a:spcAft>
              <a:spcPct val="35000"/>
            </a:spcAft>
            <a:buNone/>
          </a:pPr>
          <a:r>
            <a:rPr lang="en-US" sz="1200" kern="1200" dirty="0">
              <a:solidFill>
                <a:srgbClr val="0F0F0F"/>
              </a:solidFill>
              <a:latin typeface="Arial Nova Light"/>
              <a:ea typeface="+mn-ea"/>
              <a:cs typeface="+mn-cs"/>
            </a:rPr>
            <a:t>This study integrates climate-based similarity into computational models to improve herb-disease association predictions.</a:t>
          </a:r>
        </a:p>
      </dsp:txBody>
      <dsp:txXfrm>
        <a:off x="4296888" y="781252"/>
        <a:ext cx="1953131" cy="333354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B188E4-00A4-44AC-9BF7-BA5973434E65}">
      <dsp:nvSpPr>
        <dsp:cNvPr id="0" name=""/>
        <dsp:cNvSpPr/>
      </dsp:nvSpPr>
      <dsp:spPr>
        <a:xfrm>
          <a:off x="0" y="0"/>
          <a:ext cx="1953131" cy="607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solidFill>
                <a:srgbClr val="0F0F0F"/>
              </a:solidFill>
              <a:latin typeface="Arial Nova Light"/>
              <a:ea typeface="+mn-ea"/>
              <a:cs typeface="+mn-cs"/>
            </a:rPr>
            <a:t>Reproducible Data Pipeline</a:t>
          </a:r>
        </a:p>
      </dsp:txBody>
      <dsp:txXfrm>
        <a:off x="0" y="0"/>
        <a:ext cx="1953131" cy="607921"/>
      </dsp:txXfrm>
    </dsp:sp>
    <dsp:sp modelId="{47293C66-3B76-432C-9970-0F1A5AE8320D}">
      <dsp:nvSpPr>
        <dsp:cNvPr id="0" name=""/>
        <dsp:cNvSpPr/>
      </dsp:nvSpPr>
      <dsp:spPr>
        <a:xfrm>
          <a:off x="0" y="607921"/>
          <a:ext cx="1953131" cy="35068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endParaRPr lang="en-US" sz="1400" kern="1200" dirty="0">
            <a:solidFill>
              <a:srgbClr val="0F0F0F"/>
            </a:solidFill>
            <a:latin typeface="Arial Nova Light"/>
            <a:ea typeface="+mn-ea"/>
            <a:cs typeface="+mn-cs"/>
          </a:endParaRPr>
        </a:p>
        <a:p>
          <a:pPr marL="0" lvl="0" indent="0" algn="l" defTabSz="622300" rtl="0">
            <a:lnSpc>
              <a:spcPct val="100000"/>
            </a:lnSpc>
            <a:spcBef>
              <a:spcPct val="0"/>
            </a:spcBef>
            <a:spcAft>
              <a:spcPct val="35000"/>
            </a:spcAft>
            <a:buNone/>
          </a:pPr>
          <a:endParaRPr lang="en-US" sz="1400" kern="1200" dirty="0">
            <a:solidFill>
              <a:srgbClr val="0F0F0F"/>
            </a:solidFill>
            <a:latin typeface="Arial Nova Light"/>
            <a:ea typeface="+mn-ea"/>
            <a:cs typeface="+mn-cs"/>
          </a:endParaRPr>
        </a:p>
        <a:p>
          <a:pPr marL="0" lvl="0" indent="0" algn="l" defTabSz="622300">
            <a:lnSpc>
              <a:spcPct val="100000"/>
            </a:lnSpc>
            <a:spcBef>
              <a:spcPct val="0"/>
            </a:spcBef>
            <a:spcAft>
              <a:spcPct val="35000"/>
            </a:spcAft>
            <a:buNone/>
          </a:pPr>
          <a:r>
            <a:rPr lang="en-US" sz="1400" kern="1200" dirty="0">
              <a:solidFill>
                <a:srgbClr val="0F0F0F"/>
              </a:solidFill>
              <a:latin typeface="Arial Nova Light"/>
              <a:ea typeface="+mn-ea"/>
              <a:cs typeface="+mn-cs"/>
            </a:rPr>
            <a:t>The integration created a reproducible pipeline for environmental data, supporting consistent data processing and analysis.</a:t>
          </a:r>
        </a:p>
      </dsp:txBody>
      <dsp:txXfrm>
        <a:off x="0" y="607921"/>
        <a:ext cx="1953131" cy="3506878"/>
      </dsp:txXfrm>
    </dsp:sp>
    <dsp:sp modelId="{1BD09821-740B-4073-B22E-4A00D433C3F7}">
      <dsp:nvSpPr>
        <dsp:cNvPr id="0" name=""/>
        <dsp:cNvSpPr/>
      </dsp:nvSpPr>
      <dsp:spPr>
        <a:xfrm>
          <a:off x="2148444" y="0"/>
          <a:ext cx="1953131" cy="607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solidFill>
                <a:srgbClr val="0F0F0F"/>
              </a:solidFill>
              <a:latin typeface="Arial Nova Light"/>
              <a:ea typeface="+mn-ea"/>
              <a:cs typeface="+mn-cs"/>
            </a:rPr>
            <a:t>Limited Predictive Improvement</a:t>
          </a:r>
        </a:p>
      </dsp:txBody>
      <dsp:txXfrm>
        <a:off x="2148444" y="0"/>
        <a:ext cx="1953131" cy="607921"/>
      </dsp:txXfrm>
    </dsp:sp>
    <dsp:sp modelId="{2B70C00F-7163-49E9-BFAB-B6FC0BE65990}">
      <dsp:nvSpPr>
        <dsp:cNvPr id="0" name=""/>
        <dsp:cNvSpPr/>
      </dsp:nvSpPr>
      <dsp:spPr>
        <a:xfrm>
          <a:off x="2148444" y="607921"/>
          <a:ext cx="1953131" cy="35068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endParaRPr lang="en-US" sz="1400" kern="1200" dirty="0">
            <a:solidFill>
              <a:srgbClr val="0F0F0F"/>
            </a:solidFill>
            <a:latin typeface="Arial Nova Light"/>
            <a:ea typeface="+mn-ea"/>
            <a:cs typeface="+mn-cs"/>
          </a:endParaRPr>
        </a:p>
        <a:p>
          <a:pPr marL="0" lvl="0" indent="0" algn="l" defTabSz="622300">
            <a:lnSpc>
              <a:spcPct val="100000"/>
            </a:lnSpc>
            <a:spcBef>
              <a:spcPct val="0"/>
            </a:spcBef>
            <a:spcAft>
              <a:spcPct val="35000"/>
            </a:spcAft>
            <a:buNone/>
          </a:pPr>
          <a:endParaRPr lang="en-US" sz="1400" kern="1200" dirty="0">
            <a:solidFill>
              <a:srgbClr val="0F0F0F"/>
            </a:solidFill>
            <a:latin typeface="Arial Nova Light"/>
            <a:ea typeface="+mn-ea"/>
            <a:cs typeface="+mn-cs"/>
          </a:endParaRPr>
        </a:p>
        <a:p>
          <a:pPr marL="0" lvl="0" indent="0" algn="l" defTabSz="622300">
            <a:lnSpc>
              <a:spcPct val="100000"/>
            </a:lnSpc>
            <a:spcBef>
              <a:spcPct val="0"/>
            </a:spcBef>
            <a:spcAft>
              <a:spcPct val="35000"/>
            </a:spcAft>
            <a:buNone/>
          </a:pPr>
          <a:r>
            <a:rPr lang="en-US" sz="1400" kern="1200">
              <a:solidFill>
                <a:srgbClr val="0F0F0F"/>
              </a:solidFill>
              <a:latin typeface="Arial Nova Light"/>
              <a:ea typeface="+mn-ea"/>
              <a:cs typeface="+mn-cs"/>
            </a:rPr>
            <a:t>Adding climate-based similarity did not enhance predictive performance, indicating challenges in current environmental data representation.</a:t>
          </a:r>
        </a:p>
      </dsp:txBody>
      <dsp:txXfrm>
        <a:off x="2148444" y="607921"/>
        <a:ext cx="1953131" cy="3506878"/>
      </dsp:txXfrm>
    </dsp:sp>
    <dsp:sp modelId="{21C02335-A4CB-4E50-94D2-8627D81849AF}">
      <dsp:nvSpPr>
        <dsp:cNvPr id="0" name=""/>
        <dsp:cNvSpPr/>
      </dsp:nvSpPr>
      <dsp:spPr>
        <a:xfrm>
          <a:off x="4296888" y="0"/>
          <a:ext cx="1953131" cy="607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solidFill>
                <a:srgbClr val="0F0F0F"/>
              </a:solidFill>
              <a:latin typeface="Arial Nova Light"/>
              <a:ea typeface="+mn-ea"/>
              <a:cs typeface="+mn-cs"/>
            </a:rPr>
            <a:t>Foundation for Future Research</a:t>
          </a:r>
        </a:p>
      </dsp:txBody>
      <dsp:txXfrm>
        <a:off x="4296888" y="0"/>
        <a:ext cx="1953131" cy="607921"/>
      </dsp:txXfrm>
    </dsp:sp>
    <dsp:sp modelId="{843A95E5-D9F3-47CA-893A-CE7FEC209CAE}">
      <dsp:nvSpPr>
        <dsp:cNvPr id="0" name=""/>
        <dsp:cNvSpPr/>
      </dsp:nvSpPr>
      <dsp:spPr>
        <a:xfrm>
          <a:off x="4296888" y="607921"/>
          <a:ext cx="1953131" cy="35068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endParaRPr lang="en-US" sz="1400" kern="1200" dirty="0">
            <a:solidFill>
              <a:srgbClr val="0F0F0F"/>
            </a:solidFill>
            <a:latin typeface="Arial Nova Light"/>
            <a:ea typeface="+mn-ea"/>
            <a:cs typeface="+mn-cs"/>
          </a:endParaRPr>
        </a:p>
        <a:p>
          <a:pPr marL="0" lvl="0" indent="0" algn="l" defTabSz="622300">
            <a:lnSpc>
              <a:spcPct val="100000"/>
            </a:lnSpc>
            <a:spcBef>
              <a:spcPct val="0"/>
            </a:spcBef>
            <a:spcAft>
              <a:spcPct val="35000"/>
            </a:spcAft>
            <a:buNone/>
          </a:pPr>
          <a:endParaRPr lang="en-US" sz="1400" b="0" kern="1200" dirty="0">
            <a:solidFill>
              <a:srgbClr val="0F0F0F"/>
            </a:solidFill>
            <a:latin typeface="Arial Nova Light"/>
            <a:ea typeface="+mn-ea"/>
            <a:cs typeface="+mn-cs"/>
          </a:endParaRPr>
        </a:p>
        <a:p>
          <a:pPr marL="0" lvl="0" indent="0" algn="l" defTabSz="622300">
            <a:lnSpc>
              <a:spcPct val="100000"/>
            </a:lnSpc>
            <a:spcBef>
              <a:spcPct val="0"/>
            </a:spcBef>
            <a:spcAft>
              <a:spcPct val="35000"/>
            </a:spcAft>
            <a:buNone/>
          </a:pPr>
          <a:r>
            <a:rPr lang="en-US" sz="1400" b="0" kern="1200" dirty="0">
              <a:solidFill>
                <a:srgbClr val="0F0F0F"/>
              </a:solidFill>
              <a:latin typeface="Arial Nova Light"/>
              <a:ea typeface="+mn-ea"/>
              <a:cs typeface="+mn-cs"/>
            </a:rPr>
            <a:t>Methodological advances establish groundwork for further sophisticated environmental modeling in computational pharmacology.</a:t>
          </a:r>
        </a:p>
      </dsp:txBody>
      <dsp:txXfrm>
        <a:off x="4296888" y="607921"/>
        <a:ext cx="1953131" cy="3506878"/>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477DD8-45BD-4994-9B8F-B0AD629DB3A8}" type="datetimeFigureOut">
              <a:t>12/4/2025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E56D11-F194-4A88-BE43-9BBB556FB218}" type="slidenum">
              <a:t>‹#›</a:t>
            </a:fld>
            <a:endParaRPr lang="en-US"/>
          </a:p>
        </p:txBody>
      </p:sp>
    </p:spTree>
    <p:extLst>
      <p:ext uri="{BB962C8B-B14F-4D97-AF65-F5344CB8AC3E}">
        <p14:creationId xmlns:p14="http://schemas.microsoft.com/office/powerpoint/2010/main" val="732510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F43A5F68-5EE3-481E-9074-46877C662D6F}" type="slidenum">
              <a:t>1</a:t>
            </a:fld>
            <a:endParaRPr lang="en-US"/>
          </a:p>
        </p:txBody>
      </p:sp>
    </p:spTree>
    <p:extLst>
      <p:ext uri="{BB962C8B-B14F-4D97-AF65-F5344CB8AC3E}">
        <p14:creationId xmlns:p14="http://schemas.microsoft.com/office/powerpoint/2010/main" val="35742159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https://vanderbilt365-my.sharepoint.com/personal/tobenna_d_udeze_vanderbilt_edu/Documents/Microsoft%20Copilot%20Chat%20Files/%5BNEW%5DNetwork_Analysis_in_Healthcare_Final__Predicting_Herb_Disease_Associations_Informed_by_Climatic_Descriptors.pdf
Background &amp; Motivation, Research Objectives
</a:t>
            </a:r>
          </a:p>
        </p:txBody>
      </p:sp>
      <p:sp>
        <p:nvSpPr>
          <p:cNvPr id="4" name="Slide Number Placeholder 3"/>
          <p:cNvSpPr>
            <a:spLocks noGrp="1"/>
          </p:cNvSpPr>
          <p:nvPr>
            <p:ph type="sldNum" sz="quarter" idx="5"/>
          </p:nvPr>
        </p:nvSpPr>
        <p:spPr/>
        <p:txBody>
          <a:bodyPr/>
          <a:lstStyle/>
          <a:p>
            <a:fld id="{F43A5F68-5EE3-481E-9074-46877C662D6F}" type="slidenum">
              <a:t>2</a:t>
            </a:fld>
            <a:endParaRPr lang="en-US"/>
          </a:p>
        </p:txBody>
      </p:sp>
    </p:spTree>
    <p:extLst>
      <p:ext uri="{BB962C8B-B14F-4D97-AF65-F5344CB8AC3E}">
        <p14:creationId xmlns:p14="http://schemas.microsoft.com/office/powerpoint/2010/main" val="20807032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https://vanderbilt365-my.sharepoint.com/personal/tobenna_d_udeze_vanderbilt_edu/Documents/Microsoft%20Copilot%20Chat%20Files/%5BNEW%5DNetwork_Analysis_in_Healthcare_Final__Predicting_Herb_Disease_Associations_Informed_by_Climatic_Descriptors.pdf
Herb-disease association prediction lies at the intersection of traditional medicine, pharmacology, and computational science. Traditional systems like TCM have documented thousands of herb-disease relationships, but systematic validation and discovery remain challenging. Network-based computational approaches, such as HDAPM-NCP, have improved predictive accuracy by leveraging biochemical similarity measures. However, environmental factors like climate significantly influence plant secondary metabolism, which in turn affects therapeutic properties. Stressors such as temperature extremes and drought trigger biochemical pathways that produce compounds like alkaloids and phenolics. These variations suggest that herbs from similar environments may share medicinal properties. Ethnobotanical studies also show regional patterns in medicinal plant use aligned with environmental zones. Despite these insights, computational frameworks rarely incorporate environmental context. This research addresses that gap by integrating climate-based similarity into the HDAPM-NCP framework to evaluate whether environmental data enhances predictive performance.
</a:t>
            </a:r>
          </a:p>
        </p:txBody>
      </p:sp>
      <p:sp>
        <p:nvSpPr>
          <p:cNvPr id="4" name="Slide Number Placeholder 3"/>
          <p:cNvSpPr>
            <a:spLocks noGrp="1"/>
          </p:cNvSpPr>
          <p:nvPr>
            <p:ph type="sldNum" sz="quarter" idx="5"/>
          </p:nvPr>
        </p:nvSpPr>
        <p:spPr/>
        <p:txBody>
          <a:bodyPr/>
          <a:lstStyle/>
          <a:p>
            <a:fld id="{F43A5F68-5EE3-481E-9074-46877C662D6F}" type="slidenum">
              <a:t>3</a:t>
            </a:fld>
            <a:endParaRPr lang="en-US"/>
          </a:p>
        </p:txBody>
      </p:sp>
    </p:spTree>
    <p:extLst>
      <p:ext uri="{BB962C8B-B14F-4D97-AF65-F5344CB8AC3E}">
        <p14:creationId xmlns:p14="http://schemas.microsoft.com/office/powerpoint/2010/main" val="3878718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https://vanderbilt365-my.sharepoint.com/personal/tobenna_d_udeze_vanderbilt_edu/Documents/Microsoft%20Copilot%20Chat%20Files/%5BNEW%5DNetwork_Analysis_in_Healthcare_Final__Predicting_Herb_Disease_Associations_Informed_by_Climatic_Descriptors.pdf
The study aims to augment the HDAPM-NCP framework with environmental similarity measures derived from climate, biome, and geographic data. Objectives include: (1) extending the model to incorporate climate-based similarity, (2) developing a reproducible pipeline for environmental data integration, (3) engineering a climate similarity kernel using Köppen-Geiger classifications, (4) implementing fusion strategies to combine environmental and biochemical kernels, (5) assessing predictive performance improvements, and (6) analyzing network restructuring caused by environmental augmentation. The hypothesis is that herbs growing in similar climates are more likely to share disease associations than those from dissimilar environments. This approach seeks to complement biochemical similarity rather than replace it, aiming for enhanced accuracy and interpretability.
</a:t>
            </a:r>
          </a:p>
        </p:txBody>
      </p:sp>
      <p:sp>
        <p:nvSpPr>
          <p:cNvPr id="4" name="Slide Number Placeholder 3"/>
          <p:cNvSpPr>
            <a:spLocks noGrp="1"/>
          </p:cNvSpPr>
          <p:nvPr>
            <p:ph type="sldNum" sz="quarter" idx="5"/>
          </p:nvPr>
        </p:nvSpPr>
        <p:spPr/>
        <p:txBody>
          <a:bodyPr/>
          <a:lstStyle/>
          <a:p>
            <a:fld id="{F43A5F68-5EE3-481E-9074-46877C662D6F}" type="slidenum">
              <a:t>4</a:t>
            </a:fld>
            <a:endParaRPr lang="en-US"/>
          </a:p>
        </p:txBody>
      </p:sp>
    </p:spTree>
    <p:extLst>
      <p:ext uri="{BB962C8B-B14F-4D97-AF65-F5344CB8AC3E}">
        <p14:creationId xmlns:p14="http://schemas.microsoft.com/office/powerpoint/2010/main" val="18755790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https://vanderbilt365-my.sharepoint.com/personal/tobenna_d_udeze_vanderbilt_edu/Documents/Microsoft%20Copilot%20Chat%20Files/%5BNEW%5DNetwork_Analysis_in_Healthcare_Final__Predicting_Herb_Disease_Associations_Informed_by_Climatic_Descriptors.pdf
HDAPM-NCP Framework Overview, Environmental Data Integration Pipeline
</a:t>
            </a:r>
          </a:p>
        </p:txBody>
      </p:sp>
      <p:sp>
        <p:nvSpPr>
          <p:cNvPr id="4" name="Slide Number Placeholder 3"/>
          <p:cNvSpPr>
            <a:spLocks noGrp="1"/>
          </p:cNvSpPr>
          <p:nvPr>
            <p:ph type="sldNum" sz="quarter" idx="5"/>
          </p:nvPr>
        </p:nvSpPr>
        <p:spPr/>
        <p:txBody>
          <a:bodyPr/>
          <a:lstStyle/>
          <a:p>
            <a:fld id="{F43A5F68-5EE3-481E-9074-46877C662D6F}" type="slidenum">
              <a:t>5</a:t>
            </a:fld>
            <a:endParaRPr lang="en-US"/>
          </a:p>
        </p:txBody>
      </p:sp>
    </p:spTree>
    <p:extLst>
      <p:ext uri="{BB962C8B-B14F-4D97-AF65-F5344CB8AC3E}">
        <p14:creationId xmlns:p14="http://schemas.microsoft.com/office/powerpoint/2010/main" val="23129836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https://vanderbilt365-my.sharepoint.com/personal/tobenna_d_udeze_vanderbilt_edu/Documents/Microsoft%20Copilot%20Chat%20Files/%5BNEW%5DNetwork_Analysis_in_Healthcare_Final__Predicting_Herb_Disease_Associations_Informed_by_Climatic_Descriptors.pdf
The HDAPM-NCP framework predicts herb-disease associations using Network Similarity Projection (NSP). Inputs include a herb similarity matrix (combining target proteins, GO enrichment, chemical ingredients, KEGG pathways, and gene targets), a disease similarity matrix (based on disease-gene associations and semantic similarity), and a herb-disease adjacency matrix from the HERB database. The NSP algorithm propagates known associations through similarity networks to infer new links. The formula S = A·D·norm_row + H·A·norm_col ensures normalization and scaling, producing a score matrix for herb-disease associations. This baseline model achieves high predictive performance using biochemical features alone.
</a:t>
            </a:r>
          </a:p>
        </p:txBody>
      </p:sp>
      <p:sp>
        <p:nvSpPr>
          <p:cNvPr id="4" name="Slide Number Placeholder 3"/>
          <p:cNvSpPr>
            <a:spLocks noGrp="1"/>
          </p:cNvSpPr>
          <p:nvPr>
            <p:ph type="sldNum" sz="quarter" idx="5"/>
          </p:nvPr>
        </p:nvSpPr>
        <p:spPr/>
        <p:txBody>
          <a:bodyPr/>
          <a:lstStyle/>
          <a:p>
            <a:fld id="{F43A5F68-5EE3-481E-9074-46877C662D6F}" type="slidenum">
              <a:t>6</a:t>
            </a:fld>
            <a:endParaRPr lang="en-US"/>
          </a:p>
        </p:txBody>
      </p:sp>
    </p:spTree>
    <p:extLst>
      <p:ext uri="{BB962C8B-B14F-4D97-AF65-F5344CB8AC3E}">
        <p14:creationId xmlns:p14="http://schemas.microsoft.com/office/powerpoint/2010/main" val="15754734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https://vanderbilt365-my.sharepoint.com/personal/tobenna_d_udeze_vanderbilt_edu/Documents/Microsoft%20Copilot%20Chat%20Files/%5BNEW%5DNetwork_Analysis_in_Healthcare_Final__Predicting_Herb_Disease_Associations_Informed_by_Climatic_Descriptors.pdf
Environmental integration involved multiple steps: (1) harvesting herb occurrence data from GBIF, (2) mapping coordinates to Köppen-Geiger climate codes, (3) filtering herbs lacking occurrence data, (4) constructing climate vectors representing frequency distributions of climate zones per herb, and (5) computing climate similarity using cosine similarity. A climate kernel was then fused with the biochemical kernel using weighted averaging: K_fused = α·K_climate + (1−α)·K_baseline. Parameter sweeps across α values (0.0 to 0.9) evaluated the contribution of environmental similarity. This pipeline aimed to create a reproducible method for integrating climate data into network-based prediction.
</a:t>
            </a:r>
          </a:p>
        </p:txBody>
      </p:sp>
      <p:sp>
        <p:nvSpPr>
          <p:cNvPr id="4" name="Slide Number Placeholder 3"/>
          <p:cNvSpPr>
            <a:spLocks noGrp="1"/>
          </p:cNvSpPr>
          <p:nvPr>
            <p:ph type="sldNum" sz="quarter" idx="5"/>
          </p:nvPr>
        </p:nvSpPr>
        <p:spPr/>
        <p:txBody>
          <a:bodyPr/>
          <a:lstStyle/>
          <a:p>
            <a:fld id="{F43A5F68-5EE3-481E-9074-46877C662D6F}" type="slidenum">
              <a:t>7</a:t>
            </a:fld>
            <a:endParaRPr lang="en-US"/>
          </a:p>
        </p:txBody>
      </p:sp>
    </p:spTree>
    <p:extLst>
      <p:ext uri="{BB962C8B-B14F-4D97-AF65-F5344CB8AC3E}">
        <p14:creationId xmlns:p14="http://schemas.microsoft.com/office/powerpoint/2010/main" val="21319003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https://vanderbilt365-my.sharepoint.com/personal/tobenna_d_udeze_vanderbilt_edu/Documents/Microsoft%20Copilot%20Chat%20Files/%5BNEW%5DNetwork_Analysis_in_Healthcare_Final__Predicting_Herb_Disease_Associations_Informed_by_Climatic_Descriptors.pdf
Evaluation Metrics and Experimental Design, Results and Network Restructuring
</a:t>
            </a:r>
          </a:p>
        </p:txBody>
      </p:sp>
      <p:sp>
        <p:nvSpPr>
          <p:cNvPr id="4" name="Slide Number Placeholder 3"/>
          <p:cNvSpPr>
            <a:spLocks noGrp="1"/>
          </p:cNvSpPr>
          <p:nvPr>
            <p:ph type="sldNum" sz="quarter" idx="5"/>
          </p:nvPr>
        </p:nvSpPr>
        <p:spPr/>
        <p:txBody>
          <a:bodyPr/>
          <a:lstStyle/>
          <a:p>
            <a:fld id="{F43A5F68-5EE3-481E-9074-46877C662D6F}" type="slidenum">
              <a:t>8</a:t>
            </a:fld>
            <a:endParaRPr lang="en-US"/>
          </a:p>
        </p:txBody>
      </p:sp>
    </p:spTree>
    <p:extLst>
      <p:ext uri="{BB962C8B-B14F-4D97-AF65-F5344CB8AC3E}">
        <p14:creationId xmlns:p14="http://schemas.microsoft.com/office/powerpoint/2010/main" val="32236130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https://vanderbilt365-my.sharepoint.com/personal/tobenna_d_udeze_vanderbilt_edu/Documents/Microsoft%20Copilot%20Chat%20Files/%5BNEW%5DNetwork_Analysis_in_Healthcare_Final__Predicting_Herb_Disease_Associations_Informed_by_Climatic_Descriptors.pdf
Performance was assessed using AUROC, AUPR, and Average Precision metrics, which measure ranking ability and precision under class imbalance. The dataset included 3,106 positive and 4,494 negative herb-disease associations. Experiments compared baseline NSP (biochemical kernels only) with climate-integrated models at various fusion weights. ROC and PR curves were generated for all α values, and network topology metrics were analyzed to understand structural changes introduced by climate similarity.
</a:t>
            </a:r>
          </a:p>
        </p:txBody>
      </p:sp>
      <p:sp>
        <p:nvSpPr>
          <p:cNvPr id="4" name="Slide Number Placeholder 3"/>
          <p:cNvSpPr>
            <a:spLocks noGrp="1"/>
          </p:cNvSpPr>
          <p:nvPr>
            <p:ph type="sldNum" sz="quarter" idx="5"/>
          </p:nvPr>
        </p:nvSpPr>
        <p:spPr/>
        <p:txBody>
          <a:bodyPr/>
          <a:lstStyle/>
          <a:p>
            <a:fld id="{F43A5F68-5EE3-481E-9074-46877C662D6F}" type="slidenum">
              <a:t>9</a:t>
            </a:fld>
            <a:endParaRPr lang="en-US"/>
          </a:p>
        </p:txBody>
      </p:sp>
    </p:spTree>
    <p:extLst>
      <p:ext uri="{BB962C8B-B14F-4D97-AF65-F5344CB8AC3E}">
        <p14:creationId xmlns:p14="http://schemas.microsoft.com/office/powerpoint/2010/main" val="16412622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https://vanderbilt365-my.sharepoint.com/personal/tobenna_d_udeze_vanderbilt_edu/Documents/Microsoft%20Copilot%20Chat%20Files/%5BNEW%5DNetwork_Analysis_in_Healthcare_Final__Predicting_Herb_Disease_Associations_Informed_by_Climatic_Descriptors.pdf
Climate integration produced negligible improvement in predictive performance. Baseline AUROC and AUPR were approximately 0.9322 and 0.9033, while climate-fused models showed similar values, with differences near zero. ROC and PR curves overlapped across all α values, confirming no measurable gain. However, network topology changed significantly: the climate kernel created modular clusters based on shared climate zones, contrasting with the dense connectivity of the biochemical kernel. Despite structural changes, these clusters did not enhance predictive accuracy, suggesting that environmental similarity either lacks discriminative power or is redundant with biochemical features.
</a:t>
            </a:r>
          </a:p>
        </p:txBody>
      </p:sp>
      <p:sp>
        <p:nvSpPr>
          <p:cNvPr id="4" name="Slide Number Placeholder 3"/>
          <p:cNvSpPr>
            <a:spLocks noGrp="1"/>
          </p:cNvSpPr>
          <p:nvPr>
            <p:ph type="sldNum" sz="quarter" idx="5"/>
          </p:nvPr>
        </p:nvSpPr>
        <p:spPr/>
        <p:txBody>
          <a:bodyPr/>
          <a:lstStyle/>
          <a:p>
            <a:fld id="{F43A5F68-5EE3-481E-9074-46877C662D6F}" type="slidenum">
              <a:t>10</a:t>
            </a:fld>
            <a:endParaRPr lang="en-US"/>
          </a:p>
        </p:txBody>
      </p:sp>
    </p:spTree>
    <p:extLst>
      <p:ext uri="{BB962C8B-B14F-4D97-AF65-F5344CB8AC3E}">
        <p14:creationId xmlns:p14="http://schemas.microsoft.com/office/powerpoint/2010/main" val="22151281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36F3B-37C9-A9E7-853A-8C362D564B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EA98B3-4FB9-7AF9-374E-976C850F23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D88499-0B4D-FAE8-C2F2-C494BAB9AA91}"/>
              </a:ext>
            </a:extLst>
          </p:cNvPr>
          <p:cNvSpPr>
            <a:spLocks noGrp="1"/>
          </p:cNvSpPr>
          <p:nvPr>
            <p:ph type="body" idx="1"/>
          </p:nvPr>
        </p:nvSpPr>
        <p:spPr/>
        <p:txBody>
          <a:bodyPr/>
          <a:lstStyle/>
          <a:p>
            <a:r>
              <a:rPr lang="en-US"/>
              <a:t>
---
This slide references information from the following file: https://vanderbilt365-my.sharepoint.com/personal/tobenna_d_udeze_vanderbilt_edu/Documents/Microsoft%20Copilot%20Chat%20Files/%5BNEW%5DNetwork_Analysis_in_Healthcare_Final__Predicting_Herb_Disease_Associations_Informed_by_Climatic_Descriptors.pdf
Environmental integration involved multiple steps: (1) harvesting herb occurrence data from GBIF, (2) mapping coordinates to Köppen-Geiger climate codes, (3) filtering herbs lacking occurrence data, (4) constructing climate vectors representing frequency distributions of climate zones per herb, and (5) computing climate similarity using cosine similarity. A climate kernel was then fused with the biochemical kernel using weighted averaging: K_fused = α·K_climate + (1−α)·K_baseline. Parameter sweeps across α values (0.0 to 0.9) evaluated the contribution of environmental similarity. This pipeline aimed to create a reproducible method for integrating climate data into network-based prediction.
</a:t>
            </a:r>
          </a:p>
        </p:txBody>
      </p:sp>
      <p:sp>
        <p:nvSpPr>
          <p:cNvPr id="4" name="Slide Number Placeholder 3">
            <a:extLst>
              <a:ext uri="{FF2B5EF4-FFF2-40B4-BE49-F238E27FC236}">
                <a16:creationId xmlns:a16="http://schemas.microsoft.com/office/drawing/2014/main" id="{7D0C245A-104D-ACA6-EA11-E6A6536DA25A}"/>
              </a:ext>
            </a:extLst>
          </p:cNvPr>
          <p:cNvSpPr>
            <a:spLocks noGrp="1"/>
          </p:cNvSpPr>
          <p:nvPr>
            <p:ph type="sldNum" sz="quarter" idx="5"/>
          </p:nvPr>
        </p:nvSpPr>
        <p:spPr/>
        <p:txBody>
          <a:bodyPr/>
          <a:lstStyle/>
          <a:p>
            <a:fld id="{F43A5F68-5EE3-481E-9074-46877C662D6F}" type="slidenum">
              <a:t>11</a:t>
            </a:fld>
            <a:endParaRPr lang="en-US"/>
          </a:p>
        </p:txBody>
      </p:sp>
    </p:spTree>
    <p:extLst>
      <p:ext uri="{BB962C8B-B14F-4D97-AF65-F5344CB8AC3E}">
        <p14:creationId xmlns:p14="http://schemas.microsoft.com/office/powerpoint/2010/main" val="26295051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7C731-0753-FEE1-C224-3A3BD65209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756F05-B0E0-CA62-726E-CEF6D549CB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DD56EC-5294-57AD-DFFD-43EF4D98170F}"/>
              </a:ext>
            </a:extLst>
          </p:cNvPr>
          <p:cNvSpPr>
            <a:spLocks noGrp="1"/>
          </p:cNvSpPr>
          <p:nvPr>
            <p:ph type="body" idx="1"/>
          </p:nvPr>
        </p:nvSpPr>
        <p:spPr/>
        <p:txBody>
          <a:bodyPr/>
          <a:lstStyle/>
          <a:p>
            <a:r>
              <a:rPr lang="en-US"/>
              <a:t>
---
This slide references information from the following file: https://vanderbilt365-my.sharepoint.com/personal/tobenna_d_udeze_vanderbilt_edu/Documents/Microsoft%20Copilot%20Chat%20Files/%5BNEW%5DNetwork_Analysis_in_Healthcare_Final__Predicting_Herb_Disease_Associations_Informed_by_Climatic_Descriptors.pdf
Environmental integration involved multiple steps: (1) harvesting herb occurrence data from GBIF, (2) mapping coordinates to Köppen-Geiger climate codes, (3) filtering herbs lacking occurrence data, (4) constructing climate vectors representing frequency distributions of climate zones per herb, and (5) computing climate similarity using cosine similarity. A climate kernel was then fused with the biochemical kernel using weighted averaging: K_fused = α·K_climate + (1−α)·K_baseline. Parameter sweeps across α values (0.0 to 0.9) evaluated the contribution of environmental similarity. This pipeline aimed to create a reproducible method for integrating climate data into network-based prediction.
</a:t>
            </a:r>
          </a:p>
        </p:txBody>
      </p:sp>
      <p:sp>
        <p:nvSpPr>
          <p:cNvPr id="4" name="Slide Number Placeholder 3">
            <a:extLst>
              <a:ext uri="{FF2B5EF4-FFF2-40B4-BE49-F238E27FC236}">
                <a16:creationId xmlns:a16="http://schemas.microsoft.com/office/drawing/2014/main" id="{3CB009DB-CA3E-6A8D-37D6-78B762994C13}"/>
              </a:ext>
            </a:extLst>
          </p:cNvPr>
          <p:cNvSpPr>
            <a:spLocks noGrp="1"/>
          </p:cNvSpPr>
          <p:nvPr>
            <p:ph type="sldNum" sz="quarter" idx="5"/>
          </p:nvPr>
        </p:nvSpPr>
        <p:spPr/>
        <p:txBody>
          <a:bodyPr/>
          <a:lstStyle/>
          <a:p>
            <a:fld id="{F43A5F68-5EE3-481E-9074-46877C662D6F}" type="slidenum">
              <a:t>12</a:t>
            </a:fld>
            <a:endParaRPr lang="en-US"/>
          </a:p>
        </p:txBody>
      </p:sp>
    </p:spTree>
    <p:extLst>
      <p:ext uri="{BB962C8B-B14F-4D97-AF65-F5344CB8AC3E}">
        <p14:creationId xmlns:p14="http://schemas.microsoft.com/office/powerpoint/2010/main" val="33148855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https://vanderbilt365-my.sharepoint.com/personal/tobenna_d_udeze_vanderbilt_edu/Documents/Microsoft%20Copilot%20Chat%20Files/%5BNEW%5DNetwork_Analysis_in_Healthcare_Final__Predicting_Herb_Disease_Associations_Informed_by_Climatic_Descriptors.pdf
Discussion and Limitations, Future Directions
</a:t>
            </a:r>
          </a:p>
        </p:txBody>
      </p:sp>
      <p:sp>
        <p:nvSpPr>
          <p:cNvPr id="4" name="Slide Number Placeholder 3"/>
          <p:cNvSpPr>
            <a:spLocks noGrp="1"/>
          </p:cNvSpPr>
          <p:nvPr>
            <p:ph type="sldNum" sz="quarter" idx="5"/>
          </p:nvPr>
        </p:nvSpPr>
        <p:spPr/>
        <p:txBody>
          <a:bodyPr/>
          <a:lstStyle/>
          <a:p>
            <a:fld id="{F43A5F68-5EE3-481E-9074-46877C662D6F}" type="slidenum">
              <a:t>13</a:t>
            </a:fld>
            <a:endParaRPr lang="en-US"/>
          </a:p>
        </p:txBody>
      </p:sp>
    </p:spTree>
    <p:extLst>
      <p:ext uri="{BB962C8B-B14F-4D97-AF65-F5344CB8AC3E}">
        <p14:creationId xmlns:p14="http://schemas.microsoft.com/office/powerpoint/2010/main" val="14733812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https://vanderbilt365-my.sharepoint.com/personal/tobenna_d_udeze_vanderbilt_edu/Documents/Microsoft%20Copilot%20Chat%20Files/%5BNEW%5DNetwork_Analysis_in_Healthcare_Final__Predicting_Herb_Disease_Associations_Informed_by_Climatic_Descriptors.pdf
Several factors explain the neutral outcome: (1) Climate kernel sparsity and noise due to herbs occurring in multiple zones diluted discriminative power; (2) Feature redundancy, as environmental influences may already be reflected in biochemical similarities; (3) Data coverage bias from reliance on GBIF records, favoring well-documented species and reducing environmental variance. Additionally, coarse climate classifications may not capture fine-scale variations relevant to plant biochemistry. These limitations highlight the need for more nuanced environmental feature engineering.
</a:t>
            </a:r>
          </a:p>
        </p:txBody>
      </p:sp>
      <p:sp>
        <p:nvSpPr>
          <p:cNvPr id="4" name="Slide Number Placeholder 3"/>
          <p:cNvSpPr>
            <a:spLocks noGrp="1"/>
          </p:cNvSpPr>
          <p:nvPr>
            <p:ph type="sldNum" sz="quarter" idx="5"/>
          </p:nvPr>
        </p:nvSpPr>
        <p:spPr/>
        <p:txBody>
          <a:bodyPr/>
          <a:lstStyle/>
          <a:p>
            <a:fld id="{F43A5F68-5EE3-481E-9074-46877C662D6F}" type="slidenum">
              <a:t>14</a:t>
            </a:fld>
            <a:endParaRPr lang="en-US"/>
          </a:p>
        </p:txBody>
      </p:sp>
    </p:spTree>
    <p:extLst>
      <p:ext uri="{BB962C8B-B14F-4D97-AF65-F5344CB8AC3E}">
        <p14:creationId xmlns:p14="http://schemas.microsoft.com/office/powerpoint/2010/main" val="34223945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https://vanderbilt365-my.sharepoint.com/personal/tobenna_d_udeze_vanderbilt_edu/Documents/Microsoft%20Copilot%20Chat%20Files/%5BNEW%5DNetwork_Analysis_in_Healthcare_Final__Predicting_Herb_Disease_Associations_Informed_by_Climatic_Descriptors.pdf
Future work should explore continuous climate variables (temperature, precipitation), advanced fusion strategies like attention-based weighting or graph neural networks, multi-scale environmental features combining soil and altitude data, expanded herb coverage to reduce bias, and non-linear similarity measures or deep learning approaches. These improvements could better capture complex environment-biochemistry-therapeutic relationships and leverage ecological clustering for predictive gain.
</a:t>
            </a:r>
          </a:p>
        </p:txBody>
      </p:sp>
      <p:sp>
        <p:nvSpPr>
          <p:cNvPr id="4" name="Slide Number Placeholder 3"/>
          <p:cNvSpPr>
            <a:spLocks noGrp="1"/>
          </p:cNvSpPr>
          <p:nvPr>
            <p:ph type="sldNum" sz="quarter" idx="5"/>
          </p:nvPr>
        </p:nvSpPr>
        <p:spPr/>
        <p:txBody>
          <a:bodyPr/>
          <a:lstStyle/>
          <a:p>
            <a:fld id="{F43A5F68-5EE3-481E-9074-46877C662D6F}" type="slidenum">
              <a:t>15</a:t>
            </a:fld>
            <a:endParaRPr lang="en-US"/>
          </a:p>
        </p:txBody>
      </p:sp>
    </p:spTree>
    <p:extLst>
      <p:ext uri="{BB962C8B-B14F-4D97-AF65-F5344CB8AC3E}">
        <p14:creationId xmlns:p14="http://schemas.microsoft.com/office/powerpoint/2010/main" val="25254893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https://vanderbilt365-my.sharepoint.com/personal/tobenna_d_udeze_vanderbilt_edu/Documents/Microsoft%20Copilot%20Chat%20Files/%5BNEW%5DNetwork_Analysis_in_Healthcare_Final__Predicting_Herb_Disease_Associations_Informed_by_Climatic_Descriptors.pdf
Key Takeaways
</a:t>
            </a:r>
          </a:p>
        </p:txBody>
      </p:sp>
      <p:sp>
        <p:nvSpPr>
          <p:cNvPr id="4" name="Slide Number Placeholder 3"/>
          <p:cNvSpPr>
            <a:spLocks noGrp="1"/>
          </p:cNvSpPr>
          <p:nvPr>
            <p:ph type="sldNum" sz="quarter" idx="5"/>
          </p:nvPr>
        </p:nvSpPr>
        <p:spPr/>
        <p:txBody>
          <a:bodyPr/>
          <a:lstStyle/>
          <a:p>
            <a:fld id="{F43A5F68-5EE3-481E-9074-46877C662D6F}" type="slidenum">
              <a:t>16</a:t>
            </a:fld>
            <a:endParaRPr lang="en-US"/>
          </a:p>
        </p:txBody>
      </p:sp>
    </p:spTree>
    <p:extLst>
      <p:ext uri="{BB962C8B-B14F-4D97-AF65-F5344CB8AC3E}">
        <p14:creationId xmlns:p14="http://schemas.microsoft.com/office/powerpoint/2010/main" val="13110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https://vanderbilt365-my.sharepoint.com/personal/tobenna_d_udeze_vanderbilt_edu/Documents/Microsoft%20Copilot%20Chat%20Files/%5BNEW%5DNetwork_Analysis_in_Healthcare_Final__Predicting_Herb_Disease_Associations_Informed_by_Climatic_Descriptors.pdf
Integrating climate-based similarity into HDAPM-NCP did not improve predictive performance, but established a reproducible pipeline for environmental data integration. The findings suggest that current environmental representations may lack sufficient signal or overlap with biochemical features. While predictive gains were absent, the methodological contributions provide a foundation for future research aimed at more sophisticated environmental modeling in computational pharmacology.
</a:t>
            </a:r>
          </a:p>
        </p:txBody>
      </p:sp>
      <p:sp>
        <p:nvSpPr>
          <p:cNvPr id="4" name="Slide Number Placeholder 3"/>
          <p:cNvSpPr>
            <a:spLocks noGrp="1"/>
          </p:cNvSpPr>
          <p:nvPr>
            <p:ph type="sldNum" sz="quarter" idx="5"/>
          </p:nvPr>
        </p:nvSpPr>
        <p:spPr/>
        <p:txBody>
          <a:bodyPr/>
          <a:lstStyle/>
          <a:p>
            <a:fld id="{F43A5F68-5EE3-481E-9074-46877C662D6F}" type="slidenum">
              <a:t>17</a:t>
            </a:fld>
            <a:endParaRPr lang="en-US"/>
          </a:p>
        </p:txBody>
      </p:sp>
    </p:spTree>
    <p:extLst>
      <p:ext uri="{BB962C8B-B14F-4D97-AF65-F5344CB8AC3E}">
        <p14:creationId xmlns:p14="http://schemas.microsoft.com/office/powerpoint/2010/main" val="17729079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402336" y="731407"/>
            <a:ext cx="6480450" cy="3038878"/>
          </a:xfrm>
        </p:spPr>
        <p:txBody>
          <a:bodyPr anchor="t">
            <a:normAutofit/>
          </a:bodyPr>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429315" y="5264528"/>
            <a:ext cx="6577526" cy="1001354"/>
          </a:xfrm>
        </p:spPr>
        <p:txBody>
          <a:bodyPr anchor="ctr">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a:xfrm>
            <a:off x="426780" y="6426091"/>
            <a:ext cx="4357544" cy="365125"/>
          </a:xfrm>
        </p:spPr>
        <p:txBody>
          <a:bodyPr/>
          <a:lstStyle/>
          <a:p>
            <a:r>
              <a:rPr lang="en-US"/>
              <a:t>Sample 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a:xfrm>
            <a:off x="4932188" y="6426091"/>
            <a:ext cx="1431447" cy="365125"/>
          </a:xfrm>
        </p:spPr>
        <p:txBody>
          <a:bodyPr/>
          <a:lstStyle/>
          <a:p>
            <a:fld id="{395357C0-6E0D-46EB-9F8F-43803F348F24}" type="datetime1">
              <a:rPr lang="en-US" smtClean="0"/>
              <a:t>12/4/2025</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a:xfrm>
            <a:off x="6382685" y="6426091"/>
            <a:ext cx="603114" cy="365125"/>
          </a:xfrm>
        </p:spPr>
        <p:txBody>
          <a:bodyPr/>
          <a:lstStyle/>
          <a:p>
            <a:fld id="{DD84031F-D6BF-4677-B12E-7D8B88BA70F7}" type="slidenum">
              <a:rPr lang="en-US" smtClean="0"/>
              <a:t>‹#›</a:t>
            </a:fld>
            <a:endParaRPr lang="en-US"/>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7620000" y="0"/>
            <a:ext cx="4571999" cy="68580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cxnSp>
        <p:nvCxnSpPr>
          <p:cNvPr id="10" name="Straight Connector 9">
            <a:extLst>
              <a:ext uri="{FF2B5EF4-FFF2-40B4-BE49-F238E27FC236}">
                <a16:creationId xmlns:a16="http://schemas.microsoft.com/office/drawing/2014/main" id="{5022CE8C-DC47-AF8A-A37E-C04D364B8D63}"/>
              </a:ext>
            </a:extLst>
          </p:cNvPr>
          <p:cNvCxnSpPr>
            <a:cxnSpLocks/>
          </p:cNvCxnSpPr>
          <p:nvPr/>
        </p:nvCxnSpPr>
        <p:spPr>
          <a:xfrm>
            <a:off x="533400" y="6324773"/>
            <a:ext cx="648045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735A6ADE-4FF0-6E84-4D25-A3E7A481303D}"/>
              </a:ext>
            </a:extLst>
          </p:cNvPr>
          <p:cNvCxnSpPr>
            <a:cxnSpLocks/>
          </p:cNvCxnSpPr>
          <p:nvPr/>
        </p:nvCxnSpPr>
        <p:spPr>
          <a:xfrm>
            <a:off x="533400" y="5184424"/>
            <a:ext cx="646050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5B306735-74E7-C788-FB5F-7BC551ED5CDD}"/>
              </a:ext>
            </a:extLst>
          </p:cNvPr>
          <p:cNvCxnSpPr>
            <a:cxnSpLocks/>
          </p:cNvCxnSpPr>
          <p:nvPr/>
        </p:nvCxnSpPr>
        <p:spPr>
          <a:xfrm>
            <a:off x="533400" y="512722"/>
            <a:ext cx="6456409" cy="0"/>
          </a:xfrm>
          <a:prstGeom prst="line">
            <a:avLst/>
          </a:prstGeom>
          <a:ln w="476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73085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9679" y="332308"/>
            <a:ext cx="11253667" cy="909921"/>
          </a:xfrm>
        </p:spPr>
        <p:txBody>
          <a:bodyPr anchor="b"/>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02336" y="1488931"/>
            <a:ext cx="11253668" cy="47007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C889C35-F31B-4EAB-A4E6-687A63844314}" type="datetime1">
              <a:rPr lang="en-US" smtClean="0"/>
              <a:t>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15343169"/>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1AAFFBF3-C898-85FC-D25A-592E29515C23}"/>
              </a:ext>
            </a:extLst>
          </p:cNvPr>
          <p:cNvSpPr>
            <a:spLocks noGrp="1"/>
          </p:cNvSpPr>
          <p:nvPr>
            <p:ph type="pic" sz="quarter" idx="13" hasCustomPrompt="1"/>
          </p:nvPr>
        </p:nvSpPr>
        <p:spPr>
          <a:xfrm>
            <a:off x="0" y="0"/>
            <a:ext cx="12192000" cy="6858000"/>
          </a:xfrm>
          <a:custGeom>
            <a:avLst/>
            <a:gdLst>
              <a:gd name="connsiteX0" fmla="*/ 510023 w 12192000"/>
              <a:gd name="connsiteY0" fmla="*/ 505353 h 6858000"/>
              <a:gd name="connsiteX1" fmla="*/ 510023 w 12192000"/>
              <a:gd name="connsiteY1" fmla="*/ 6352647 h 6858000"/>
              <a:gd name="connsiteX2" fmla="*/ 5415398 w 12192000"/>
              <a:gd name="connsiteY2" fmla="*/ 6352647 h 6858000"/>
              <a:gd name="connsiteX3" fmla="*/ 5415398 w 12192000"/>
              <a:gd name="connsiteY3" fmla="*/ 505353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10023" y="505353"/>
                </a:moveTo>
                <a:lnTo>
                  <a:pt x="510023" y="6352647"/>
                </a:lnTo>
                <a:lnTo>
                  <a:pt x="5415398" y="6352647"/>
                </a:lnTo>
                <a:lnTo>
                  <a:pt x="5415398" y="505353"/>
                </a:lnTo>
                <a:close/>
                <a:moveTo>
                  <a:pt x="0" y="0"/>
                </a:moveTo>
                <a:lnTo>
                  <a:pt x="12192000" y="0"/>
                </a:lnTo>
                <a:lnTo>
                  <a:pt x="12192000" y="6858000"/>
                </a:lnTo>
                <a:lnTo>
                  <a:pt x="0" y="6858000"/>
                </a:lnTo>
                <a:close/>
              </a:path>
            </a:pathLst>
          </a:custGeom>
          <a:blipFill>
            <a:blip r:embed="rId2">
              <a:alphaModFix amt="70000"/>
            </a:blip>
            <a:stretch>
              <a:fillRect/>
            </a:stretch>
          </a:blipFill>
          <a:effectLst>
            <a:innerShdw blurRad="215900" dist="25400" dir="13500000">
              <a:prstClr val="black">
                <a:alpha val="15000"/>
              </a:prstClr>
            </a:innerShdw>
          </a:effectLst>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839297" y="1136691"/>
            <a:ext cx="4135970" cy="3038878"/>
          </a:xfrm>
        </p:spPr>
        <p:txBody>
          <a:bodyPr anchor="t">
            <a:normAutofit/>
          </a:bodyPr>
          <a:lstStyle>
            <a:lvl1pPr>
              <a:defRPr sz="4400"/>
            </a:lvl1pPr>
          </a:lstStyle>
          <a:p>
            <a:r>
              <a:rPr lang="en-US"/>
              <a:t>Click to edit Master title style</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842093" y="5282217"/>
            <a:ext cx="4136599" cy="947146"/>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a:xfrm>
            <a:off x="402336" y="6426091"/>
            <a:ext cx="3877552" cy="365125"/>
          </a:xfrm>
        </p:spPr>
        <p:txBody>
          <a:bodyPr/>
          <a:lstStyle>
            <a:lvl1pPr>
              <a:defRPr>
                <a:solidFill>
                  <a:schemeClr val="bg1">
                    <a:alpha val="60000"/>
                  </a:schemeClr>
                </a:solidFill>
                <a:effectLst>
                  <a:outerShdw blurRad="38100" dist="38100" dir="2700000" algn="tl">
                    <a:srgbClr val="000000">
                      <a:alpha val="43137"/>
                    </a:srgbClr>
                  </a:outerShdw>
                </a:effectLst>
              </a:defRPr>
            </a:lvl1pPr>
          </a:lstStyle>
          <a:p>
            <a:r>
              <a:rPr lang="en-US"/>
              <a:t>Sample 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bg1">
                    <a:alpha val="60000"/>
                  </a:schemeClr>
                </a:solidFill>
                <a:effectLst>
                  <a:outerShdw blurRad="38100" dist="38100" dir="2700000" algn="tl">
                    <a:srgbClr val="000000">
                      <a:alpha val="43137"/>
                    </a:srgbClr>
                  </a:outerShdw>
                </a:effectLst>
              </a:defRPr>
            </a:lvl1pPr>
          </a:lstStyle>
          <a:p>
            <a:fld id="{AAD51419-3F0D-4A1E-BC8B-A018756B4625}" type="datetime1">
              <a:rPr lang="en-US" smtClean="0"/>
              <a:t>12/4/2025</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bg1">
                    <a:alpha val="60000"/>
                  </a:schemeClr>
                </a:solidFill>
                <a:effectLst>
                  <a:outerShdw blurRad="38100" dist="38100" dir="2700000" algn="tl">
                    <a:srgbClr val="000000">
                      <a:alpha val="43137"/>
                    </a:srgbClr>
                  </a:outerShdw>
                </a:effectLst>
              </a:defRPr>
            </a:lvl1p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280C4FA-D5DF-A52F-5EBC-E1A231F643A5}"/>
              </a:ext>
            </a:extLst>
          </p:cNvPr>
          <p:cNvCxnSpPr>
            <a:cxnSpLocks/>
          </p:cNvCxnSpPr>
          <p:nvPr/>
        </p:nvCxnSpPr>
        <p:spPr>
          <a:xfrm>
            <a:off x="944438" y="5162641"/>
            <a:ext cx="403082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2BEF2C1-7030-5074-0586-5EBAF7D59A33}"/>
              </a:ext>
            </a:extLst>
          </p:cNvPr>
          <p:cNvCxnSpPr>
            <a:cxnSpLocks/>
          </p:cNvCxnSpPr>
          <p:nvPr/>
        </p:nvCxnSpPr>
        <p:spPr>
          <a:xfrm>
            <a:off x="944438" y="904533"/>
            <a:ext cx="4036971" cy="0"/>
          </a:xfrm>
          <a:prstGeom prst="line">
            <a:avLst/>
          </a:prstGeom>
          <a:ln w="44450">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35570315"/>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B1F847F0-1D67-5F49-6571-5F248F11275B}"/>
              </a:ext>
            </a:extLst>
          </p:cNvPr>
          <p:cNvCxnSpPr>
            <a:cxnSpLocks/>
          </p:cNvCxnSpPr>
          <p:nvPr/>
        </p:nvCxnSpPr>
        <p:spPr>
          <a:xfrm>
            <a:off x="8173214" y="530425"/>
            <a:ext cx="3485386" cy="0"/>
          </a:xfrm>
          <a:prstGeom prst="line">
            <a:avLst/>
          </a:prstGeom>
          <a:ln w="4127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280C4FA-D5DF-A52F-5EBC-E1A231F643A5}"/>
              </a:ext>
            </a:extLst>
          </p:cNvPr>
          <p:cNvCxnSpPr>
            <a:cxnSpLocks/>
          </p:cNvCxnSpPr>
          <p:nvPr/>
        </p:nvCxnSpPr>
        <p:spPr>
          <a:xfrm>
            <a:off x="8173214" y="5498461"/>
            <a:ext cx="348538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8043968" y="768351"/>
            <a:ext cx="3685656" cy="2843527"/>
          </a:xfrm>
        </p:spPr>
        <p:txBody>
          <a:bodyPr anchor="t">
            <a:normAutofit/>
          </a:bodyPr>
          <a:lstStyle>
            <a:lvl1pPr>
              <a:defRPr sz="4400"/>
            </a:lvl1pPr>
          </a:lstStyle>
          <a:p>
            <a:r>
              <a:rPr lang="en-US"/>
              <a:t>Click to edit Master title style</a:t>
            </a:r>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0" y="0"/>
            <a:ext cx="7605681" cy="68580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8073978" y="5681133"/>
            <a:ext cx="3655646" cy="664191"/>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11" name="Footer Placeholder 10">
            <a:extLst>
              <a:ext uri="{FF2B5EF4-FFF2-40B4-BE49-F238E27FC236}">
                <a16:creationId xmlns:a16="http://schemas.microsoft.com/office/drawing/2014/main" id="{E2571521-DF5C-DF9C-1A62-5F1513FC610C}"/>
              </a:ext>
            </a:extLst>
          </p:cNvPr>
          <p:cNvSpPr>
            <a:spLocks noGrp="1"/>
          </p:cNvSpPr>
          <p:nvPr>
            <p:ph type="ftr" sz="quarter" idx="15"/>
          </p:nvPr>
        </p:nvSpPr>
        <p:spPr>
          <a:xfrm>
            <a:off x="8073978" y="6426091"/>
            <a:ext cx="2295058" cy="365125"/>
          </a:xfrm>
        </p:spPr>
        <p:txBody>
          <a:bodyPr/>
          <a:lstStyle/>
          <a:p>
            <a:r>
              <a:rPr lang="en-US"/>
              <a:t>Sample Footer Text</a:t>
            </a:r>
          </a:p>
        </p:txBody>
      </p:sp>
      <p:sp>
        <p:nvSpPr>
          <p:cNvPr id="10" name="Date Placeholder 9">
            <a:extLst>
              <a:ext uri="{FF2B5EF4-FFF2-40B4-BE49-F238E27FC236}">
                <a16:creationId xmlns:a16="http://schemas.microsoft.com/office/drawing/2014/main" id="{1135B836-FBFB-89F8-B972-11036B55F5CF}"/>
              </a:ext>
            </a:extLst>
          </p:cNvPr>
          <p:cNvSpPr>
            <a:spLocks noGrp="1"/>
          </p:cNvSpPr>
          <p:nvPr>
            <p:ph type="dt" sz="half" idx="14"/>
          </p:nvPr>
        </p:nvSpPr>
        <p:spPr>
          <a:xfrm>
            <a:off x="10298013" y="6426091"/>
            <a:ext cx="875825" cy="365125"/>
          </a:xfrm>
        </p:spPr>
        <p:txBody>
          <a:bodyPr/>
          <a:lstStyle/>
          <a:p>
            <a:fld id="{DB416C6F-BD23-48A3-9D04-6B6FEC3702B5}" type="datetime1">
              <a:rPr lang="en-US" smtClean="0"/>
              <a:t>12/4/2025</a:t>
            </a:fld>
            <a:endParaRPr lang="en-US"/>
          </a:p>
        </p:txBody>
      </p:sp>
      <p:sp>
        <p:nvSpPr>
          <p:cNvPr id="12" name="Slide Number Placeholder 11">
            <a:extLst>
              <a:ext uri="{FF2B5EF4-FFF2-40B4-BE49-F238E27FC236}">
                <a16:creationId xmlns:a16="http://schemas.microsoft.com/office/drawing/2014/main" id="{50AD8387-A9F9-E9E2-1138-08C0AA495719}"/>
              </a:ext>
            </a:extLst>
          </p:cNvPr>
          <p:cNvSpPr>
            <a:spLocks noGrp="1"/>
          </p:cNvSpPr>
          <p:nvPr>
            <p:ph type="sldNum" sz="quarter" idx="16"/>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52039840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429901" y="5056743"/>
            <a:ext cx="11339400" cy="966902"/>
          </a:xfrm>
        </p:spPr>
        <p:txBody>
          <a:bodyPr anchor="b">
            <a:normAutofit/>
          </a:bodyPr>
          <a:lstStyle>
            <a:lvl1pPr>
              <a:defRPr sz="4800">
                <a:solidFill>
                  <a:schemeClr val="tx1"/>
                </a:solidFill>
              </a:defRPr>
            </a:lvl1pPr>
          </a:lstStyle>
          <a:p>
            <a:r>
              <a:rPr lang="en-US"/>
              <a:t>Click to edit Master title style</a:t>
            </a:r>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0" y="0"/>
            <a:ext cx="12192000" cy="4930912"/>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429902" y="5979576"/>
            <a:ext cx="11339400" cy="365126"/>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8" name="Footer Placeholder 7">
            <a:extLst>
              <a:ext uri="{FF2B5EF4-FFF2-40B4-BE49-F238E27FC236}">
                <a16:creationId xmlns:a16="http://schemas.microsoft.com/office/drawing/2014/main" id="{3F256503-7989-932D-DE04-B424AC0B97DF}"/>
              </a:ext>
            </a:extLst>
          </p:cNvPr>
          <p:cNvSpPr>
            <a:spLocks noGrp="1"/>
          </p:cNvSpPr>
          <p:nvPr>
            <p:ph type="ftr" sz="quarter" idx="15"/>
          </p:nvPr>
        </p:nvSpPr>
        <p:spPr/>
        <p:txBody>
          <a:bodyPr/>
          <a:lstStyle/>
          <a:p>
            <a:r>
              <a:rPr lang="en-US"/>
              <a:t>Sample Footer Text</a:t>
            </a:r>
          </a:p>
        </p:txBody>
      </p:sp>
      <p:sp>
        <p:nvSpPr>
          <p:cNvPr id="7" name="Date Placeholder 6">
            <a:extLst>
              <a:ext uri="{FF2B5EF4-FFF2-40B4-BE49-F238E27FC236}">
                <a16:creationId xmlns:a16="http://schemas.microsoft.com/office/drawing/2014/main" id="{623E99C9-C336-E83E-56A6-D68659547CAF}"/>
              </a:ext>
            </a:extLst>
          </p:cNvPr>
          <p:cNvSpPr>
            <a:spLocks noGrp="1"/>
          </p:cNvSpPr>
          <p:nvPr>
            <p:ph type="dt" sz="half" idx="14"/>
          </p:nvPr>
        </p:nvSpPr>
        <p:spPr/>
        <p:txBody>
          <a:bodyPr/>
          <a:lstStyle/>
          <a:p>
            <a:fld id="{C135F28A-0986-4E7B-B35D-341D39FBD191}" type="datetime1">
              <a:rPr lang="en-US" smtClean="0"/>
              <a:t>12/4/2025</a:t>
            </a:fld>
            <a:endParaRPr lang="en-US"/>
          </a:p>
        </p:txBody>
      </p:sp>
      <p:sp>
        <p:nvSpPr>
          <p:cNvPr id="10" name="Slide Number Placeholder 9">
            <a:extLst>
              <a:ext uri="{FF2B5EF4-FFF2-40B4-BE49-F238E27FC236}">
                <a16:creationId xmlns:a16="http://schemas.microsoft.com/office/drawing/2014/main" id="{757A77FC-B384-BD30-0961-237F594F200F}"/>
              </a:ext>
            </a:extLst>
          </p:cNvPr>
          <p:cNvSpPr>
            <a:spLocks noGrp="1"/>
          </p:cNvSpPr>
          <p:nvPr>
            <p:ph type="sldNum" sz="quarter" idx="16"/>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1066283902"/>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19238" y="398050"/>
            <a:ext cx="9635668" cy="3671398"/>
          </a:xfrm>
        </p:spPr>
        <p:txBody>
          <a:bodyPr vert="horz" lIns="91440" tIns="45720" rIns="91440" bIns="45720" rtlCol="0" anchor="t">
            <a:normAutofit/>
          </a:bodyPr>
          <a:lstStyle>
            <a:lvl1pPr>
              <a:defRPr lang="en-US" sz="66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32322" y="5669280"/>
            <a:ext cx="9620300" cy="756807"/>
          </a:xfrm>
        </p:spPr>
        <p:txBody>
          <a:bodyPr vert="horz" lIns="91440" tIns="45720" rIns="91440" bIns="45720" rtlCol="0">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p>
            <a:fld id="{DD9686BE-81E0-4285-A95D-6934CDF6209E}" type="datetime1">
              <a:rPr lang="en-US" smtClean="0"/>
              <a:t>12/4/2025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46EBC7DB-A84C-6AE6-0446-4E466A133069}"/>
              </a:ext>
            </a:extLst>
          </p:cNvPr>
          <p:cNvCxnSpPr>
            <a:cxnSpLocks/>
          </p:cNvCxnSpPr>
          <p:nvPr/>
        </p:nvCxnSpPr>
        <p:spPr>
          <a:xfrm>
            <a:off x="530352" y="5498461"/>
            <a:ext cx="1112444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932755"/>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02336" y="765750"/>
            <a:ext cx="9635668" cy="3455113"/>
          </a:xfrm>
        </p:spPr>
        <p:txBody>
          <a:bodyPr vert="horz" lIns="91440" tIns="45720" rIns="91440" bIns="45720" rtlCol="0" anchor="t">
            <a:normAutofit/>
          </a:bodyPr>
          <a:lstStyle>
            <a:lvl1pPr>
              <a:defRPr lang="en-US" sz="88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29428" y="5271844"/>
            <a:ext cx="9613065" cy="1001356"/>
          </a:xfrm>
        </p:spPr>
        <p:txBody>
          <a:bodyPr vert="horz" lIns="91440" tIns="45720" rIns="91440" bIns="45720" rtlCol="0" anchor="ctr">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p>
            <a:fld id="{EB464E07-DAE2-4D6D-BDD9-1CE7637F446D}" type="datetime1">
              <a:rPr lang="en-US" smtClean="0"/>
              <a:t>12/4/2025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2" name="Straight Connector 11">
            <a:extLst>
              <a:ext uri="{FF2B5EF4-FFF2-40B4-BE49-F238E27FC236}">
                <a16:creationId xmlns:a16="http://schemas.microsoft.com/office/drawing/2014/main" id="{D4CDCB79-1025-8102-1BC6-378AB173CBFF}"/>
              </a:ext>
            </a:extLst>
          </p:cNvPr>
          <p:cNvCxnSpPr>
            <a:cxnSpLocks/>
          </p:cNvCxnSpPr>
          <p:nvPr/>
        </p:nvCxnSpPr>
        <p:spPr>
          <a:xfrm>
            <a:off x="533400" y="5184424"/>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CEF23CAD-F5FD-3FB3-B413-1F54592B07E7}"/>
              </a:ext>
            </a:extLst>
          </p:cNvPr>
          <p:cNvCxnSpPr>
            <a:cxnSpLocks/>
          </p:cNvCxnSpPr>
          <p:nvPr/>
        </p:nvCxnSpPr>
        <p:spPr>
          <a:xfrm>
            <a:off x="533400" y="63246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85752177"/>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02336" y="765750"/>
            <a:ext cx="9635668" cy="3528339"/>
          </a:xfrm>
        </p:spPr>
        <p:txBody>
          <a:bodyPr vert="horz" lIns="91440" tIns="45720" rIns="91440" bIns="45720" rtlCol="0" anchor="t">
            <a:normAutofit/>
          </a:bodyPr>
          <a:lstStyle>
            <a:lvl1pPr>
              <a:defRPr lang="en-US" sz="8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34857" y="5184425"/>
            <a:ext cx="10575756" cy="1153220"/>
          </a:xfrm>
        </p:spPr>
        <p:txBody>
          <a:bodyPr vert="horz" lIns="91440" tIns="45720" rIns="91440" bIns="45720" rtlCol="0" anchor="ctr">
            <a:normAutofit/>
          </a:bodyPr>
          <a:lstStyle>
            <a:lvl1pPr marL="0" indent="0">
              <a:buNone/>
              <a:defRPr lang="en-US"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chemeClr val="tx1"/>
                </a:solidFill>
              </a:defRPr>
            </a:lvl1pPr>
          </a:lstStyle>
          <a:p>
            <a:fld id="{531D259D-9AB9-44BA-8FCD-FE201F91B5A0}" type="datetime1">
              <a:rPr lang="en-US" smtClean="0"/>
              <a:t>12/4/2025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3817982C-A325-8307-2486-3AD646261E04}"/>
              </a:ext>
            </a:extLst>
          </p:cNvPr>
          <p:cNvCxnSpPr>
            <a:cxnSpLocks/>
          </p:cNvCxnSpPr>
          <p:nvPr/>
        </p:nvCxnSpPr>
        <p:spPr>
          <a:xfrm>
            <a:off x="533400" y="533538"/>
            <a:ext cx="11127005" cy="0"/>
          </a:xfrm>
          <a:prstGeom prst="line">
            <a:avLst/>
          </a:prstGeom>
          <a:ln w="603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C02859D-9F11-5594-CFD3-C5FDE18CACB3}"/>
              </a:ext>
            </a:extLst>
          </p:cNvPr>
          <p:cNvCxnSpPr>
            <a:cxnSpLocks/>
          </p:cNvCxnSpPr>
          <p:nvPr/>
        </p:nvCxnSpPr>
        <p:spPr>
          <a:xfrm>
            <a:off x="533400" y="5169248"/>
            <a:ext cx="11127005"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0AD802-2887-3310-1453-789DB76F58DF}"/>
              </a:ext>
            </a:extLst>
          </p:cNvPr>
          <p:cNvCxnSpPr>
            <a:cxnSpLocks/>
          </p:cNvCxnSpPr>
          <p:nvPr/>
        </p:nvCxnSpPr>
        <p:spPr>
          <a:xfrm>
            <a:off x="533400" y="6330811"/>
            <a:ext cx="11119945"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6370043"/>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6997" y="3018408"/>
            <a:ext cx="8961120" cy="3247475"/>
          </a:xfrm>
        </p:spPr>
        <p:txBody>
          <a:bodyPr anchor="b">
            <a:normAutofit/>
          </a:bodyPr>
          <a:lstStyle>
            <a:lvl1pPr>
              <a:defRPr sz="66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74EB0658-C877-4D58-A83B-07BEE0E4C7B4}" type="datetime1">
              <a:rPr lang="en-US" smtClean="0"/>
              <a:t>12/4/2025</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6FD05DD5-DCB7-49C7-5E41-2DBD8B73D6D2}"/>
              </a:ext>
            </a:extLst>
          </p:cNvPr>
          <p:cNvCxnSpPr>
            <a:cxnSpLocks/>
          </p:cNvCxnSpPr>
          <p:nvPr/>
        </p:nvCxnSpPr>
        <p:spPr>
          <a:xfrm>
            <a:off x="530646" y="531958"/>
            <a:ext cx="11127954"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9FDA663-314D-CA26-DF41-CB3FDC0733F0}"/>
              </a:ext>
            </a:extLst>
          </p:cNvPr>
          <p:cNvCxnSpPr>
            <a:cxnSpLocks/>
          </p:cNvCxnSpPr>
          <p:nvPr/>
        </p:nvCxnSpPr>
        <p:spPr>
          <a:xfrm>
            <a:off x="533400" y="6324600"/>
            <a:ext cx="111252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80543190"/>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genda">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392851"/>
            <a:ext cx="7525512" cy="1882595"/>
          </a:xfrm>
        </p:spPr>
        <p:txBody>
          <a:bodyPr anchor="t">
            <a:normAutofit/>
          </a:bodyPr>
          <a:lstStyle>
            <a:lvl1pPr>
              <a:defRPr sz="660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34856" y="2502245"/>
            <a:ext cx="7492991" cy="3669956"/>
          </a:xfrm>
        </p:spPr>
        <p:txBody>
          <a:bodyPr vert="horz" lIns="91440" tIns="45720" rIns="91440" bIns="45720" rtlCol="0" anchor="t">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395056F1-F5E2-4ED8-9ED2-B4DCC32FE4B1}" type="datetime1">
              <a:rPr lang="en-US" smtClean="0"/>
              <a:t>12/4/2025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594373688"/>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cSld name="Agenda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401519"/>
            <a:ext cx="6516938" cy="2091068"/>
          </a:xfrm>
        </p:spPr>
        <p:txBody>
          <a:bodyPr anchor="t">
            <a:normAutofit/>
          </a:bodyPr>
          <a:lstStyle>
            <a:lvl1pPr>
              <a:defRPr sz="660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36526" y="2897442"/>
            <a:ext cx="6482747" cy="3279838"/>
          </a:xfrm>
        </p:spPr>
        <p:txBody>
          <a:bodyPr vert="horz" lIns="91440" tIns="45720" rIns="91440" bIns="45720" rtlCol="0">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02336" y="6426091"/>
            <a:ext cx="4303014" cy="365125"/>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4895850" y="6416667"/>
            <a:ext cx="1420310" cy="365125"/>
          </a:xfrm>
        </p:spPr>
        <p:txBody>
          <a:bodyPr/>
          <a:lstStyle/>
          <a:p>
            <a:fld id="{87333073-65C1-4CC7-BBE7-8F5A3AFB183B}" type="datetime1">
              <a:rPr lang="en-US" smtClean="0"/>
              <a:t>12/4/2025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316160" y="6416667"/>
            <a:ext cx="603114" cy="365125"/>
          </a:xfrm>
        </p:spPr>
        <p:txBody>
          <a:bodyPr/>
          <a:lstStyle/>
          <a:p>
            <a:fld id="{DD84031F-D6BF-4677-B12E-7D8B88BA70F7}" type="slidenum">
              <a:rPr lang="en-US" smtClean="0"/>
              <a:t>‹#›</a:t>
            </a:fld>
            <a:endParaRPr lang="en-US"/>
          </a:p>
        </p:txBody>
      </p:sp>
      <p:sp>
        <p:nvSpPr>
          <p:cNvPr id="8" name="Picture Placeholder 8">
            <a:extLst>
              <a:ext uri="{FF2B5EF4-FFF2-40B4-BE49-F238E27FC236}">
                <a16:creationId xmlns:a16="http://schemas.microsoft.com/office/drawing/2014/main" id="{FBFCD9F4-28CD-7877-8D0E-B6685E2A124F}"/>
              </a:ext>
            </a:extLst>
          </p:cNvPr>
          <p:cNvSpPr>
            <a:spLocks noGrp="1"/>
          </p:cNvSpPr>
          <p:nvPr>
            <p:ph type="pic" sz="quarter" idx="14" hasCustomPrompt="1"/>
          </p:nvPr>
        </p:nvSpPr>
        <p:spPr>
          <a:xfrm>
            <a:off x="7619999" y="0"/>
            <a:ext cx="4571999" cy="6857999"/>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cxnSp>
        <p:nvCxnSpPr>
          <p:cNvPr id="9" name="Straight Connector 8">
            <a:extLst>
              <a:ext uri="{FF2B5EF4-FFF2-40B4-BE49-F238E27FC236}">
                <a16:creationId xmlns:a16="http://schemas.microsoft.com/office/drawing/2014/main" id="{0E6481B7-DF51-286F-B976-0777FDDAC524}"/>
              </a:ext>
            </a:extLst>
          </p:cNvPr>
          <p:cNvCxnSpPr>
            <a:cxnSpLocks/>
          </p:cNvCxnSpPr>
          <p:nvPr/>
        </p:nvCxnSpPr>
        <p:spPr>
          <a:xfrm>
            <a:off x="530352" y="2670800"/>
            <a:ext cx="6402856" cy="0"/>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44034111"/>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Agenda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3380188"/>
            <a:ext cx="4688732" cy="2313195"/>
          </a:xfrm>
        </p:spPr>
        <p:txBody>
          <a:bodyPr anchor="t">
            <a:normAutofit/>
          </a:bodyPr>
          <a:lstStyle>
            <a:lvl1pPr>
              <a:defRPr sz="5400">
                <a:solidFill>
                  <a:schemeClr val="accent1"/>
                </a:solidFill>
              </a:defRPr>
            </a:lvl1pPr>
          </a:lstStyle>
          <a:p>
            <a:r>
              <a:rPr lang="en-US"/>
              <a:t>Click to edit Master title style</a:t>
            </a:r>
          </a:p>
        </p:txBody>
      </p:sp>
      <p:sp>
        <p:nvSpPr>
          <p:cNvPr id="8" name="Picture Placeholder 8">
            <a:extLst>
              <a:ext uri="{FF2B5EF4-FFF2-40B4-BE49-F238E27FC236}">
                <a16:creationId xmlns:a16="http://schemas.microsoft.com/office/drawing/2014/main" id="{E6BFF2B7-0DC8-E068-0F08-D1CF291F8EA2}"/>
              </a:ext>
            </a:extLst>
          </p:cNvPr>
          <p:cNvSpPr>
            <a:spLocks noGrp="1"/>
          </p:cNvSpPr>
          <p:nvPr>
            <p:ph type="pic" sz="quarter" idx="14" hasCustomPrompt="1"/>
          </p:nvPr>
        </p:nvSpPr>
        <p:spPr>
          <a:xfrm>
            <a:off x="0" y="0"/>
            <a:ext cx="12192000" cy="3041367"/>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38800" y="3363190"/>
            <a:ext cx="6029721" cy="2759316"/>
          </a:xfrm>
        </p:spPr>
        <p:txBody>
          <a:bodyPr vert="horz" lIns="91440" tIns="45720" rIns="91440" bIns="45720" rtlCol="0">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E872102-C255-4B2E-9A7E-2603C5FAD6D4}" type="datetime1">
              <a:rPr lang="en-US" smtClean="0"/>
              <a:t>12/4/2025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A4981961-B802-677C-4957-E24CA14D5E6D}"/>
              </a:ext>
            </a:extLst>
          </p:cNvPr>
          <p:cNvCxnSpPr>
            <a:cxnSpLocks/>
          </p:cNvCxnSpPr>
          <p:nvPr/>
        </p:nvCxnSpPr>
        <p:spPr>
          <a:xfrm>
            <a:off x="533400" y="6324600"/>
            <a:ext cx="11125200" cy="0"/>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19673271"/>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Content 2">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0107B931-214A-9578-5A7A-FDEB9ADB5080}"/>
              </a:ext>
            </a:extLst>
          </p:cNvPr>
          <p:cNvCxnSpPr>
            <a:cxnSpLocks/>
          </p:cNvCxnSpPr>
          <p:nvPr/>
        </p:nvCxnSpPr>
        <p:spPr>
          <a:xfrm>
            <a:off x="3751277" y="2791386"/>
            <a:ext cx="468944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550862" y="1429789"/>
            <a:ext cx="5090277" cy="1196713"/>
          </a:xfrm>
        </p:spPr>
        <p:txBody>
          <a:bodyPr anchor="b"/>
          <a:lstStyle>
            <a:lvl1pPr algn="ctr">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676880" y="2999629"/>
            <a:ext cx="4838241" cy="2195823"/>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070A7D6-92E1-4CDF-BD2F-79F298197135}" type="datetime1">
              <a:rPr lang="en-US" smtClean="0"/>
              <a:t>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469396687"/>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Cont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1303089" y="1673352"/>
            <a:ext cx="3360352" cy="2324365"/>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80" y="1673352"/>
            <a:ext cx="5785132" cy="29187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FFBEE3B3-6EA8-4914-BDAC-89234BD2AD09}" type="datetime1">
              <a:rPr lang="en-US" smtClean="0"/>
              <a:t>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45987"/>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62497176"/>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Content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0" y="1399734"/>
            <a:ext cx="4136461" cy="2918754"/>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80" y="1398419"/>
            <a:ext cx="625002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2BB48EB-6AF5-4207-A153-D1AA963F0AC1}" type="datetime1">
              <a:rPr lang="en-US" smtClean="0"/>
              <a:t>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2906"/>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50771977"/>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Content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0" y="694944"/>
            <a:ext cx="3334120" cy="2734056"/>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229100" y="694943"/>
            <a:ext cx="7439421"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C0016614-595C-443F-AE20-86D2AC6A0013}" type="datetime1">
              <a:rPr lang="en-US" smtClean="0"/>
              <a:t>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67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68886382"/>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Content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0" y="435785"/>
            <a:ext cx="4268573" cy="2918754"/>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91452" y="743106"/>
            <a:ext cx="6277070" cy="5312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7FC8A85-8FD1-45F0-99DE-E338DC5235BC}" type="datetime1">
              <a:rPr lang="en-US" smtClean="0"/>
              <a:t>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59F873DB-8FEF-C24C-ECA0-EABFFF560476}"/>
              </a:ext>
            </a:extLst>
          </p:cNvPr>
          <p:cNvCxnSpPr>
            <a:cxnSpLocks/>
          </p:cNvCxnSpPr>
          <p:nvPr/>
        </p:nvCxnSpPr>
        <p:spPr>
          <a:xfrm>
            <a:off x="5486400" y="528489"/>
            <a:ext cx="6172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0934603"/>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Content 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0" y="433576"/>
            <a:ext cx="3263496" cy="2821439"/>
          </a:xfrm>
        </p:spPr>
        <p:txBody>
          <a:bodyPr anchor="t">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309946" y="694944"/>
            <a:ext cx="7358769" cy="54864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92DEB38-22AD-484B-BEB1-12B18D8CEE64}" type="datetime1">
              <a:rPr lang="en-US" smtClean="0"/>
              <a:t>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290E8417-C758-AC09-72D4-D07CE8D5D1EB}"/>
              </a:ext>
            </a:extLst>
          </p:cNvPr>
          <p:cNvCxnSpPr>
            <a:cxnSpLocks/>
          </p:cNvCxnSpPr>
          <p:nvPr/>
        </p:nvCxnSpPr>
        <p:spPr>
          <a:xfrm>
            <a:off x="4347151" y="528489"/>
            <a:ext cx="7326605"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0588995"/>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t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993867" y="691867"/>
            <a:ext cx="5664732" cy="1212661"/>
          </a:xfrm>
        </p:spPr>
        <p:txBody>
          <a:bodyPr/>
          <a:lstStyle/>
          <a:p>
            <a:r>
              <a:rPr lang="en-US"/>
              <a:t>Click to edit Master title style</a:t>
            </a:r>
          </a:p>
        </p:txBody>
      </p:sp>
      <p:sp>
        <p:nvSpPr>
          <p:cNvPr id="34" name="Picture Placeholder 8">
            <a:extLst>
              <a:ext uri="{FF2B5EF4-FFF2-40B4-BE49-F238E27FC236}">
                <a16:creationId xmlns:a16="http://schemas.microsoft.com/office/drawing/2014/main" id="{38FD2E6A-E1F7-36FC-E50F-AD4CE76910EA}"/>
              </a:ext>
            </a:extLst>
          </p:cNvPr>
          <p:cNvSpPr>
            <a:spLocks noGrp="1"/>
          </p:cNvSpPr>
          <p:nvPr>
            <p:ph type="pic" sz="quarter" idx="13" hasCustomPrompt="1"/>
          </p:nvPr>
        </p:nvSpPr>
        <p:spPr>
          <a:xfrm>
            <a:off x="533401" y="533400"/>
            <a:ext cx="4953000" cy="5811928"/>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993865" y="2007652"/>
            <a:ext cx="5664732" cy="43153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957C2DDA-91DD-4B15-B0D6-0E3634C6CC2A}" type="datetime1">
              <a:rPr lang="en-US" smtClean="0"/>
              <a:t>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6058518" y="530352"/>
            <a:ext cx="56000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2048154"/>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2" y="691868"/>
            <a:ext cx="5593338" cy="1157316"/>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34928" y="2010699"/>
            <a:ext cx="5577972" cy="43346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Picture Placeholder 8">
            <a:extLst>
              <a:ext uri="{FF2B5EF4-FFF2-40B4-BE49-F238E27FC236}">
                <a16:creationId xmlns:a16="http://schemas.microsoft.com/office/drawing/2014/main" id="{38FD2E6A-E1F7-36FC-E50F-AD4CE76910EA}"/>
              </a:ext>
            </a:extLst>
          </p:cNvPr>
          <p:cNvSpPr>
            <a:spLocks noGrp="1"/>
          </p:cNvSpPr>
          <p:nvPr>
            <p:ph type="pic" sz="quarter" idx="13" hasCustomPrompt="1"/>
          </p:nvPr>
        </p:nvSpPr>
        <p:spPr>
          <a:xfrm>
            <a:off x="6553200" y="533400"/>
            <a:ext cx="5105400" cy="5791200"/>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2217B7B5-5BBE-40BC-B471-E2BA9D71AA0E}" type="datetime1">
              <a:rPr lang="en-US" smtClean="0"/>
              <a:t>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18028" y="530352"/>
            <a:ext cx="549487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4815581"/>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t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977971" y="691866"/>
            <a:ext cx="6680630" cy="1217337"/>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533400" y="533400"/>
            <a:ext cx="3886200" cy="5811924"/>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77971" y="2010699"/>
            <a:ext cx="6680630" cy="43139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EF607E7C-B760-45A7-AB98-EEAB39EBFFA9}" type="datetime1">
              <a:rPr lang="en-US" smtClean="0"/>
              <a:t>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4984096" y="533400"/>
            <a:ext cx="668063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18817533"/>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59" y="691867"/>
            <a:ext cx="6664559" cy="121734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22217" y="2010699"/>
            <a:ext cx="6661902" cy="4330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7620000" y="533400"/>
            <a:ext cx="4038600" cy="57912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620000" y="6426091"/>
            <a:ext cx="3553839" cy="365125"/>
          </a:xfrm>
        </p:spPr>
        <p:txBody>
          <a:bodyPr/>
          <a:lstStyle/>
          <a:p>
            <a:fld id="{C4680711-5BFA-4199-BAD0-B0C15B04A070}" type="datetime1">
              <a:rPr lang="en-US" smtClean="0"/>
              <a:t>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CA3F4131-F439-B360-2C50-DC4ED02C5AF2}"/>
              </a:ext>
            </a:extLst>
          </p:cNvPr>
          <p:cNvCxnSpPr>
            <a:cxnSpLocks/>
          </p:cNvCxnSpPr>
          <p:nvPr/>
        </p:nvCxnSpPr>
        <p:spPr>
          <a:xfrm>
            <a:off x="516418" y="530352"/>
            <a:ext cx="65677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51193648"/>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007497" y="691868"/>
            <a:ext cx="4660247" cy="1439210"/>
          </a:xfrm>
        </p:spPr>
        <p:txBody>
          <a:bodyPr/>
          <a:lstStyle/>
          <a:p>
            <a:r>
              <a:rPr lang="en-US"/>
              <a:t>Click to edit Master title style</a:t>
            </a:r>
          </a:p>
        </p:txBody>
      </p:sp>
      <p:sp>
        <p:nvSpPr>
          <p:cNvPr id="9" name="Picture Placeholder 8">
            <a:extLst>
              <a:ext uri="{FF2B5EF4-FFF2-40B4-BE49-F238E27FC236}">
                <a16:creationId xmlns:a16="http://schemas.microsoft.com/office/drawing/2014/main" id="{57807F9F-79B5-ED92-41CC-A1D1A8D03E35}"/>
              </a:ext>
            </a:extLst>
          </p:cNvPr>
          <p:cNvSpPr>
            <a:spLocks noGrp="1"/>
          </p:cNvSpPr>
          <p:nvPr>
            <p:ph type="pic" sz="quarter" idx="13" hasCustomPrompt="1"/>
          </p:nvPr>
        </p:nvSpPr>
        <p:spPr>
          <a:xfrm>
            <a:off x="533400" y="533399"/>
            <a:ext cx="6029286" cy="5791201"/>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007497" y="2211184"/>
            <a:ext cx="4660247" cy="41134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20C9332B-92F1-4946-B218-9926114AAEA1}" type="datetime1">
              <a:rPr lang="en-US" smtClean="0"/>
              <a:t>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7095744" y="530921"/>
            <a:ext cx="456285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9781712"/>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376" y="691868"/>
            <a:ext cx="4577602" cy="143921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19376" y="2211185"/>
            <a:ext cx="4577602" cy="39549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57807F9F-79B5-ED92-41CC-A1D1A8D03E35}"/>
              </a:ext>
            </a:extLst>
          </p:cNvPr>
          <p:cNvSpPr>
            <a:spLocks noGrp="1"/>
          </p:cNvSpPr>
          <p:nvPr>
            <p:ph type="pic" sz="quarter" idx="13" hasCustomPrompt="1"/>
          </p:nvPr>
        </p:nvSpPr>
        <p:spPr>
          <a:xfrm>
            <a:off x="5486400" y="533399"/>
            <a:ext cx="6172200" cy="5791201"/>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E2F630AA-266B-4EED-8F37-1EEA7BB36798}" type="datetime1">
              <a:rPr lang="en-US" smtClean="0"/>
              <a:t>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16418" y="530352"/>
            <a:ext cx="44365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37730662"/>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8029814" y="512011"/>
            <a:ext cx="3628786" cy="1259920"/>
          </a:xfrm>
        </p:spPr>
        <p:txBody>
          <a:bodyPr anchor="b"/>
          <a:lstStyle/>
          <a:p>
            <a:r>
              <a:rPr lang="en-US"/>
              <a:t>Click to edit Master title style</a:t>
            </a:r>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7086600" cy="5791199"/>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8043065" y="2170611"/>
            <a:ext cx="3628786" cy="416237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8029813" y="6426091"/>
            <a:ext cx="3144025" cy="365125"/>
          </a:xfrm>
        </p:spPr>
        <p:txBody>
          <a:bodyPr/>
          <a:lstStyle/>
          <a:p>
            <a:fld id="{A2E4BA8A-8D99-4942-A6AE-3429BB81C9B0}" type="datetime1">
              <a:rPr lang="en-US" smtClean="0"/>
              <a:t>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8153400" y="1892587"/>
            <a:ext cx="350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7635702"/>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8">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848555" y="512011"/>
            <a:ext cx="6792069" cy="1259920"/>
          </a:xfrm>
        </p:spPr>
        <p:txBody>
          <a:bodyPr anchor="b"/>
          <a:lstStyle/>
          <a:p>
            <a:r>
              <a:rPr lang="en-US"/>
              <a:t>Click to edit Master title style</a:t>
            </a:r>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3886200" cy="5791201"/>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137143" cy="365125"/>
          </a:xfrm>
        </p:spPr>
        <p:txBody>
          <a:bodyPr/>
          <a:lstStyle/>
          <a:p>
            <a:r>
              <a:rPr lang="en-US"/>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848555" y="2148840"/>
            <a:ext cx="6792069" cy="4162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BCB8B90-98AD-44EA-88CB-87E0482D47C5}" type="datetime1">
              <a:rPr lang="en-US" smtClean="0"/>
              <a:t>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4953000" y="1892587"/>
            <a:ext cx="67056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81695599"/>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9">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8621935" y="691867"/>
            <a:ext cx="3052570" cy="2011680"/>
          </a:xfrm>
        </p:spPr>
        <p:txBody>
          <a:bodyPr/>
          <a:lstStyle/>
          <a:p>
            <a:r>
              <a:rPr lang="en-US"/>
              <a:t>Click to edit Master title style</a:t>
            </a:r>
          </a:p>
        </p:txBody>
      </p:sp>
      <p:sp>
        <p:nvSpPr>
          <p:cNvPr id="14" name="Picture Placeholder 8">
            <a:extLst>
              <a:ext uri="{FF2B5EF4-FFF2-40B4-BE49-F238E27FC236}">
                <a16:creationId xmlns:a16="http://schemas.microsoft.com/office/drawing/2014/main" id="{6BC46AA6-BED0-04C6-38E0-12160144CC38}"/>
              </a:ext>
            </a:extLst>
          </p:cNvPr>
          <p:cNvSpPr>
            <a:spLocks noGrp="1"/>
          </p:cNvSpPr>
          <p:nvPr>
            <p:ph type="pic" sz="quarter" idx="13" hasCustomPrompt="1"/>
          </p:nvPr>
        </p:nvSpPr>
        <p:spPr>
          <a:xfrm>
            <a:off x="533399" y="533400"/>
            <a:ext cx="7667626" cy="5788757"/>
          </a:xfrm>
          <a:blipFill>
            <a:blip r:embed="rId2">
              <a:alphaModFix amt="70000"/>
            </a:blip>
            <a:stretch>
              <a:fillRect/>
            </a:stretch>
          </a:blipFill>
          <a:effectLst>
            <a:outerShdw blurRad="203200" dist="12700" dir="7800000" algn="r" rotWithShape="0">
              <a:prstClr val="black">
                <a:alpha val="10000"/>
              </a:prstClr>
            </a:outerShdw>
          </a:effectLst>
        </p:spPr>
        <p:txBody>
          <a:bodyPr vert="horz" lIns="91440" tIns="45720" rIns="91440" bIns="45720" rtlCol="0">
            <a:normAutofit/>
          </a:bodyPr>
          <a:lstStyle>
            <a:lvl1pPr marL="0" indent="0">
              <a:buNone/>
              <a:defRPr lang="en-US"/>
            </a:lvl1pPr>
          </a:lstStyle>
          <a:p>
            <a:pPr lvl="0"/>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8621935" y="2889848"/>
            <a:ext cx="3052570" cy="343475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Footer Placeholder 17">
            <a:extLst>
              <a:ext uri="{FF2B5EF4-FFF2-40B4-BE49-F238E27FC236}">
                <a16:creationId xmlns:a16="http://schemas.microsoft.com/office/drawing/2014/main" id="{5C6323EE-3C7E-2716-8BD0-C89545F04FC6}"/>
              </a:ext>
            </a:extLst>
          </p:cNvPr>
          <p:cNvSpPr>
            <a:spLocks noGrp="1"/>
          </p:cNvSpPr>
          <p:nvPr>
            <p:ph type="ftr" sz="quarter" idx="15"/>
          </p:nvPr>
        </p:nvSpPr>
        <p:spPr/>
        <p:txBody>
          <a:bodyPr/>
          <a:lstStyle/>
          <a:p>
            <a:r>
              <a:rPr lang="en-US"/>
              <a:t>Sample Footer Text</a:t>
            </a:r>
          </a:p>
        </p:txBody>
      </p:sp>
      <p:sp>
        <p:nvSpPr>
          <p:cNvPr id="17" name="Date Placeholder 16">
            <a:extLst>
              <a:ext uri="{FF2B5EF4-FFF2-40B4-BE49-F238E27FC236}">
                <a16:creationId xmlns:a16="http://schemas.microsoft.com/office/drawing/2014/main" id="{F01E841F-9F6D-0E74-84D5-4BA2AF78F5C2}"/>
              </a:ext>
            </a:extLst>
          </p:cNvPr>
          <p:cNvSpPr>
            <a:spLocks noGrp="1"/>
          </p:cNvSpPr>
          <p:nvPr>
            <p:ph type="dt" sz="half" idx="14"/>
          </p:nvPr>
        </p:nvSpPr>
        <p:spPr/>
        <p:txBody>
          <a:bodyPr/>
          <a:lstStyle/>
          <a:p>
            <a:fld id="{0672E3CE-9562-4779-875D-570AC5656D0F}" type="datetime1">
              <a:rPr lang="en-US" smtClean="0"/>
              <a:t>12/4/2025</a:t>
            </a:fld>
            <a:endParaRPr lang="en-US"/>
          </a:p>
        </p:txBody>
      </p:sp>
      <p:sp>
        <p:nvSpPr>
          <p:cNvPr id="19" name="Slide Number Placeholder 18">
            <a:extLst>
              <a:ext uri="{FF2B5EF4-FFF2-40B4-BE49-F238E27FC236}">
                <a16:creationId xmlns:a16="http://schemas.microsoft.com/office/drawing/2014/main" id="{ACE2DCFD-EFAB-71DF-776D-014822C0ABEC}"/>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2CFBB608-C785-A34D-1B6D-96361A676495}"/>
              </a:ext>
            </a:extLst>
          </p:cNvPr>
          <p:cNvCxnSpPr>
            <a:cxnSpLocks/>
          </p:cNvCxnSpPr>
          <p:nvPr/>
        </p:nvCxnSpPr>
        <p:spPr>
          <a:xfrm>
            <a:off x="8727541" y="533400"/>
            <a:ext cx="293106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1401440"/>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10">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1" y="691866"/>
            <a:ext cx="3448141" cy="2247273"/>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4419600" y="530353"/>
            <a:ext cx="7239000" cy="4019112"/>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05470" y="4735286"/>
            <a:ext cx="7239000" cy="1424879"/>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BF4D8B86-78FA-4747-9401-2399B1893341}" type="datetime1">
              <a:rPr lang="en-US" smtClean="0"/>
              <a:t>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4A0C081E-1CAD-8E64-5453-4CC21A0A90FD}"/>
              </a:ext>
            </a:extLst>
          </p:cNvPr>
          <p:cNvCxnSpPr>
            <a:cxnSpLocks/>
          </p:cNvCxnSpPr>
          <p:nvPr/>
        </p:nvCxnSpPr>
        <p:spPr>
          <a:xfrm>
            <a:off x="530274" y="530352"/>
            <a:ext cx="3354124"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400" y="6326367"/>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8395801"/>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1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756" y="691866"/>
            <a:ext cx="3540062" cy="2247273"/>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4419600" y="533400"/>
            <a:ext cx="7239000" cy="3157452"/>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0" y="3933645"/>
            <a:ext cx="7261323" cy="2382111"/>
          </a:xfrm>
        </p:spPr>
        <p:txBody>
          <a:bodyPr/>
          <a:lstStyle>
            <a:lvl1pPr marL="0" indent="0">
              <a:buFont typeface="Arial" panose="020B0604020202020204" pitchFamily="34" charset="0"/>
              <a:buNone/>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5ECC63D-CDB3-4317-A945-BF72F7BF98EB}" type="datetime1">
              <a:rPr lang="en-US" smtClean="0"/>
              <a:t>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4A0C081E-1CAD-8E64-5453-4CC21A0A90FD}"/>
              </a:ext>
            </a:extLst>
          </p:cNvPr>
          <p:cNvCxnSpPr>
            <a:cxnSpLocks/>
          </p:cNvCxnSpPr>
          <p:nvPr/>
        </p:nvCxnSpPr>
        <p:spPr>
          <a:xfrm>
            <a:off x="533400" y="530352"/>
            <a:ext cx="33528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400" y="6324542"/>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FF4D8D45-8224-ED36-94DF-FAE863F412D1}"/>
              </a:ext>
            </a:extLst>
          </p:cNvPr>
          <p:cNvCxnSpPr>
            <a:cxnSpLocks/>
          </p:cNvCxnSpPr>
          <p:nvPr/>
        </p:nvCxnSpPr>
        <p:spPr>
          <a:xfrm>
            <a:off x="5013762" y="1892587"/>
            <a:ext cx="654409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9844219"/>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1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399" y="4829695"/>
            <a:ext cx="4289051" cy="1413164"/>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533400"/>
            <a:ext cx="11125200" cy="4013885"/>
          </a:xfrm>
          <a:blipFill>
            <a:blip r:embed="rId2">
              <a:alphaModFix amt="70000"/>
            </a:blip>
            <a:stretch>
              <a:fillRect/>
            </a:stretch>
          </a:blipFill>
          <a:effectLst>
            <a:outerShdw blurRad="177800" dir="14400000" sx="98000" sy="98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289051" cy="365125"/>
          </a:xfrm>
        </p:spPr>
        <p:txBody>
          <a:bodyPr/>
          <a:lstStyle/>
          <a:p>
            <a:r>
              <a:rPr lang="en-US"/>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79" y="4829695"/>
            <a:ext cx="6554822" cy="1529541"/>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F1B6FEA0-B839-4598-B2DD-445068A8396C}" type="datetime1">
              <a:rPr lang="en-US" smtClean="0"/>
              <a:t>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462853243"/>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3910560"/>
            <a:ext cx="3472256" cy="2017604"/>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399" y="533400"/>
            <a:ext cx="11125201" cy="3109082"/>
          </a:xfrm>
          <a:blipFill>
            <a:blip r:embed="rId2">
              <a:alphaModFix amt="70000"/>
            </a:blip>
            <a:stretch>
              <a:fillRect/>
            </a:stretch>
          </a:blipFill>
          <a:effectLst>
            <a:outerShdw blurRad="177800" dir="14400000" sx="98000" sy="98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0" y="3912655"/>
            <a:ext cx="7239000" cy="240739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BF024032-45C2-4C36-A7D1-3A3BD65AF0CF}" type="datetime1">
              <a:rPr lang="en-US" smtClean="0"/>
              <a:t>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696560878"/>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099" y="700185"/>
            <a:ext cx="3473587" cy="181536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1" y="702280"/>
            <a:ext cx="7239000" cy="22409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3205927"/>
            <a:ext cx="11125200" cy="3118670"/>
          </a:xfrm>
          <a:blipFill>
            <a:blip r:embed="rId2">
              <a:alphaModFix amt="70000"/>
            </a:blip>
            <a:stretch>
              <a:fillRect/>
            </a:stretch>
          </a:blipFill>
          <a:effectLst>
            <a:outerShdw blurRad="177800" dir="14400000" sx="97000" sy="97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70D67178-055F-49DC-969F-AB374B7A5758}" type="datetime1">
              <a:rPr lang="en-US" smtClean="0"/>
              <a:t>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A9BF7A8-7F92-8C69-89EE-92496D80C1C2}"/>
              </a:ext>
            </a:extLst>
          </p:cNvPr>
          <p:cNvCxnSpPr>
            <a:cxnSpLocks/>
          </p:cNvCxnSpPr>
          <p:nvPr/>
        </p:nvCxnSpPr>
        <p:spPr>
          <a:xfrm>
            <a:off x="533400" y="5334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645654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365760"/>
            <a:ext cx="11243982" cy="914400"/>
          </a:xfrm>
        </p:spPr>
        <p:txBody>
          <a:bodyPr anchor="b"/>
          <a:lstStyle/>
          <a:p>
            <a:r>
              <a:rPr lang="en-US"/>
              <a:t>Click to edit Master title style</a:t>
            </a:r>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0352" y="1720219"/>
            <a:ext cx="6022848" cy="4604382"/>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101260" y="1623629"/>
            <a:ext cx="4557340" cy="47062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BAA5E08-9FB8-6BC2-0794-A92E1336B939}"/>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17819C0A-5C58-B9A1-EDD9-43A971A8DE10}"/>
              </a:ext>
            </a:extLst>
          </p:cNvPr>
          <p:cNvSpPr>
            <a:spLocks noGrp="1"/>
          </p:cNvSpPr>
          <p:nvPr>
            <p:ph type="dt" sz="half" idx="14"/>
          </p:nvPr>
        </p:nvSpPr>
        <p:spPr/>
        <p:txBody>
          <a:bodyPr/>
          <a:lstStyle/>
          <a:p>
            <a:fld id="{85436D6D-18C4-497A-81D8-87B6E0BF7395}" type="datetime1">
              <a:rPr lang="en-US" smtClean="0"/>
              <a:t>12/4/2025</a:t>
            </a:fld>
            <a:endParaRPr lang="en-US"/>
          </a:p>
        </p:txBody>
      </p:sp>
      <p:sp>
        <p:nvSpPr>
          <p:cNvPr id="11" name="Slide Number Placeholder 10">
            <a:extLst>
              <a:ext uri="{FF2B5EF4-FFF2-40B4-BE49-F238E27FC236}">
                <a16:creationId xmlns:a16="http://schemas.microsoft.com/office/drawing/2014/main" id="{EC8A4CD6-C6D7-317B-80FA-CA83089B05F6}"/>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530352" y="1353312"/>
            <a:ext cx="11141874"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63033612"/>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755" y="691867"/>
            <a:ext cx="4067721" cy="1559555"/>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2521819"/>
            <a:ext cx="3886200" cy="3802781"/>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60685" y="694944"/>
            <a:ext cx="6705600" cy="56296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3984743" cy="365125"/>
          </a:xfrm>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1CE585B-D50B-46C7-90D5-F8C248FB96B3}" type="datetime1">
              <a:rPr lang="en-US" smtClean="0"/>
              <a:t>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580752747"/>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4295957"/>
            <a:ext cx="4000501" cy="1889558"/>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533400" y="531891"/>
            <a:ext cx="3886202" cy="3603594"/>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53001" y="694944"/>
            <a:ext cx="6705599" cy="55067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2354F31B-6E0C-9ACF-A3B4-2BE5DD2D21D0}"/>
              </a:ext>
            </a:extLst>
          </p:cNvPr>
          <p:cNvSpPr>
            <a:spLocks noGrp="1"/>
          </p:cNvSpPr>
          <p:nvPr>
            <p:ph type="ftr" sz="quarter" idx="15"/>
          </p:nvPr>
        </p:nvSpPr>
        <p:spPr/>
        <p:txBody>
          <a:bodyPr/>
          <a:lstStyle/>
          <a:p>
            <a:r>
              <a:rPr lang="en-US"/>
              <a:t>Sample Footer Text</a:t>
            </a:r>
          </a:p>
        </p:txBody>
      </p:sp>
      <p:sp>
        <p:nvSpPr>
          <p:cNvPr id="9" name="Date Placeholder 8">
            <a:extLst>
              <a:ext uri="{FF2B5EF4-FFF2-40B4-BE49-F238E27FC236}">
                <a16:creationId xmlns:a16="http://schemas.microsoft.com/office/drawing/2014/main" id="{1D4992A1-A620-24C8-73C6-0C53DD6F3868}"/>
              </a:ext>
            </a:extLst>
          </p:cNvPr>
          <p:cNvSpPr>
            <a:spLocks noGrp="1"/>
          </p:cNvSpPr>
          <p:nvPr>
            <p:ph type="dt" sz="half" idx="14"/>
          </p:nvPr>
        </p:nvSpPr>
        <p:spPr/>
        <p:txBody>
          <a:bodyPr/>
          <a:lstStyle/>
          <a:p>
            <a:fld id="{BFA9687D-6191-4AD9-82A2-1B737232915B}" type="datetime1">
              <a:rPr lang="en-US" smtClean="0"/>
              <a:t>12/4/2025</a:t>
            </a:fld>
            <a:endParaRPr lang="en-US"/>
          </a:p>
        </p:txBody>
      </p:sp>
      <p:sp>
        <p:nvSpPr>
          <p:cNvPr id="12" name="Slide Number Placeholder 11">
            <a:extLst>
              <a:ext uri="{FF2B5EF4-FFF2-40B4-BE49-F238E27FC236}">
                <a16:creationId xmlns:a16="http://schemas.microsoft.com/office/drawing/2014/main" id="{F2384E85-ACDE-270D-7478-1B88F47F14A5}"/>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4953001" y="531891"/>
            <a:ext cx="670559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399" y="6324600"/>
            <a:ext cx="1112520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40639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12889" y="5074607"/>
            <a:ext cx="11166223" cy="1068234"/>
          </a:xfrm>
        </p:spPr>
        <p:txBody>
          <a:bodyPr anchor="ctr">
            <a:normAutofit/>
          </a:bodyPr>
          <a:lstStyle>
            <a:lvl1pPr algn="ctr">
              <a:defRPr sz="2800">
                <a:solidFill>
                  <a:schemeClr val="tx1"/>
                </a:solidFill>
                <a:latin typeface="+mj-lt"/>
              </a:defRPr>
            </a:lvl1pPr>
          </a:lstStyle>
          <a:p>
            <a:r>
              <a:rPr lang="en-US"/>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516419" y="495833"/>
            <a:ext cx="11159163" cy="4245996"/>
          </a:xfrm>
        </p:spPr>
        <p:txBody>
          <a:bodyPr anchor="ctr">
            <a:normAutofit/>
          </a:bodyPr>
          <a:lstStyle>
            <a:lvl1pPr marL="0" indent="0" algn="ctr">
              <a:lnSpc>
                <a:spcPct val="90000"/>
              </a:lnSpc>
              <a:buNone/>
              <a:defRPr sz="32000" cap="none" baseline="0">
                <a:solidFill>
                  <a:schemeClr val="accent1"/>
                </a:solidFill>
                <a:latin typeface="+mj-lt"/>
              </a:defRPr>
            </a:lvl1pPr>
            <a:lvl2pPr marL="228600" indent="0" algn="ctr">
              <a:lnSpc>
                <a:spcPct val="110000"/>
              </a:lnSpc>
              <a:buNone/>
              <a:defRPr sz="2400" cap="none" baseline="0">
                <a:solidFill>
                  <a:schemeClr val="tx1"/>
                </a:solidFill>
                <a:latin typeface="+mj-lt"/>
              </a:defRPr>
            </a:lvl2pPr>
            <a:lvl3pPr marL="457200" indent="0" algn="ctr">
              <a:lnSpc>
                <a:spcPct val="110000"/>
              </a:lnSpc>
              <a:buNone/>
              <a:defRPr sz="2000" cap="none" baseline="0">
                <a:solidFill>
                  <a:schemeClr val="tx1"/>
                </a:solidFill>
                <a:latin typeface="+mj-lt"/>
              </a:defRPr>
            </a:lvl3pPr>
            <a:lvl4pPr marL="685800" indent="0" algn="ctr">
              <a:lnSpc>
                <a:spcPct val="110000"/>
              </a:lnSpc>
              <a:buNone/>
              <a:defRPr sz="1800" cap="none" baseline="0">
                <a:solidFill>
                  <a:schemeClr val="tx1"/>
                </a:solidFill>
                <a:latin typeface="+mj-lt"/>
              </a:defRPr>
            </a:lvl4pPr>
            <a:lvl5pPr marL="914400" indent="0" algn="ctr">
              <a:lnSpc>
                <a:spcPct val="110000"/>
              </a:lnSpc>
              <a:buNone/>
              <a:defRPr sz="1600" cap="none" baseline="0">
                <a:solidFill>
                  <a:schemeClr val="tx1"/>
                </a:solidFill>
                <a:latin typeface="+mj-lt"/>
              </a:defRPr>
            </a:lvl5pPr>
          </a:lstStyle>
          <a:p>
            <a:pPr lvl="0"/>
            <a:r>
              <a:rPr lang="en-US"/>
              <a:t>##%</a:t>
            </a:r>
          </a:p>
        </p:txBody>
      </p:sp>
      <p:sp>
        <p:nvSpPr>
          <p:cNvPr id="13" name="Footer Placeholder 12">
            <a:extLst>
              <a:ext uri="{FF2B5EF4-FFF2-40B4-BE49-F238E27FC236}">
                <a16:creationId xmlns:a16="http://schemas.microsoft.com/office/drawing/2014/main" id="{FADD3D14-222C-BA8A-E4C0-8637820CBAB1}"/>
              </a:ext>
            </a:extLst>
          </p:cNvPr>
          <p:cNvSpPr>
            <a:spLocks noGrp="1"/>
          </p:cNvSpPr>
          <p:nvPr>
            <p:ph type="ftr" sz="quarter" idx="15"/>
          </p:nvPr>
        </p:nvSpPr>
        <p:spPr/>
        <p:txBody>
          <a:bodyPr/>
          <a:lstStyle/>
          <a:p>
            <a:r>
              <a:rPr lang="en-US"/>
              <a:t>Sample Footer Text</a:t>
            </a:r>
          </a:p>
        </p:txBody>
      </p:sp>
      <p:sp>
        <p:nvSpPr>
          <p:cNvPr id="12" name="Date Placeholder 11">
            <a:extLst>
              <a:ext uri="{FF2B5EF4-FFF2-40B4-BE49-F238E27FC236}">
                <a16:creationId xmlns:a16="http://schemas.microsoft.com/office/drawing/2014/main" id="{7FEF00E3-D3E5-F5AF-F035-66A1547A0630}"/>
              </a:ext>
            </a:extLst>
          </p:cNvPr>
          <p:cNvSpPr>
            <a:spLocks noGrp="1"/>
          </p:cNvSpPr>
          <p:nvPr>
            <p:ph type="dt" sz="half" idx="14"/>
          </p:nvPr>
        </p:nvSpPr>
        <p:spPr/>
        <p:txBody>
          <a:bodyPr/>
          <a:lstStyle/>
          <a:p>
            <a:fld id="{5F2E741A-92DD-45DF-8212-2D8EB227508B}" type="datetime1">
              <a:rPr lang="en-US" smtClean="0"/>
              <a:t>12/4/2025</a:t>
            </a:fld>
            <a:endParaRPr lang="en-US"/>
          </a:p>
        </p:txBody>
      </p:sp>
      <p:sp>
        <p:nvSpPr>
          <p:cNvPr id="14" name="Slide Number Placeholder 13">
            <a:extLst>
              <a:ext uri="{FF2B5EF4-FFF2-40B4-BE49-F238E27FC236}">
                <a16:creationId xmlns:a16="http://schemas.microsoft.com/office/drawing/2014/main" id="{37222D35-3F63-3753-6F10-57879AFE3C59}"/>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96998540-FFAB-625C-C2E6-DC04B074A2C4}"/>
              </a:ext>
            </a:extLst>
          </p:cNvPr>
          <p:cNvCxnSpPr>
            <a:cxnSpLocks/>
          </p:cNvCxnSpPr>
          <p:nvPr/>
        </p:nvCxnSpPr>
        <p:spPr>
          <a:xfrm>
            <a:off x="530352" y="483966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FE9B0A1-4C47-68AF-0383-4819E2242D4E}"/>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15729339"/>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Number Large 2">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12889" y="5074607"/>
            <a:ext cx="11166223" cy="1068234"/>
          </a:xfrm>
        </p:spPr>
        <p:txBody>
          <a:bodyPr anchor="ctr">
            <a:normAutofit/>
          </a:bodyPr>
          <a:lstStyle>
            <a:lvl1pPr algn="ctr">
              <a:defRPr sz="2800">
                <a:solidFill>
                  <a:schemeClr val="tx1"/>
                </a:solidFill>
                <a:latin typeface="+mj-lt"/>
              </a:defRPr>
            </a:lvl1pPr>
          </a:lstStyle>
          <a:p>
            <a:r>
              <a:rPr lang="en-US"/>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516419" y="684675"/>
            <a:ext cx="11159163" cy="4229674"/>
          </a:xfrm>
        </p:spPr>
        <p:txBody>
          <a:bodyPr anchor="ctr">
            <a:normAutofit/>
          </a:bodyPr>
          <a:lstStyle>
            <a:lvl1pPr marL="0" indent="0" algn="ctr">
              <a:lnSpc>
                <a:spcPct val="90000"/>
              </a:lnSpc>
              <a:buNone/>
              <a:defRPr sz="32000" cap="none" baseline="0">
                <a:solidFill>
                  <a:schemeClr val="tx1"/>
                </a:solidFill>
                <a:latin typeface="+mj-lt"/>
              </a:defRPr>
            </a:lvl1pPr>
            <a:lvl2pPr marL="228600" indent="0" algn="ctr">
              <a:lnSpc>
                <a:spcPct val="110000"/>
              </a:lnSpc>
              <a:buNone/>
              <a:defRPr sz="2400" cap="none" baseline="0">
                <a:solidFill>
                  <a:schemeClr val="tx1"/>
                </a:solidFill>
                <a:latin typeface="+mj-lt"/>
              </a:defRPr>
            </a:lvl2pPr>
            <a:lvl3pPr marL="457200" indent="0" algn="ctr">
              <a:lnSpc>
                <a:spcPct val="110000"/>
              </a:lnSpc>
              <a:buNone/>
              <a:defRPr sz="2000" cap="none" baseline="0">
                <a:solidFill>
                  <a:schemeClr val="tx1"/>
                </a:solidFill>
                <a:latin typeface="+mj-lt"/>
              </a:defRPr>
            </a:lvl3pPr>
            <a:lvl4pPr marL="685800" indent="0" algn="ctr">
              <a:lnSpc>
                <a:spcPct val="110000"/>
              </a:lnSpc>
              <a:buNone/>
              <a:defRPr sz="1800" cap="none" baseline="0">
                <a:solidFill>
                  <a:schemeClr val="tx1"/>
                </a:solidFill>
                <a:latin typeface="+mj-lt"/>
              </a:defRPr>
            </a:lvl4pPr>
            <a:lvl5pPr marL="914400" indent="0" algn="ctr">
              <a:lnSpc>
                <a:spcPct val="110000"/>
              </a:lnSpc>
              <a:buNone/>
              <a:defRPr sz="1600" cap="none" baseline="0">
                <a:solidFill>
                  <a:schemeClr val="tx1"/>
                </a:solidFill>
                <a:latin typeface="+mj-lt"/>
              </a:defRPr>
            </a:lvl5pPr>
          </a:lstStyle>
          <a:p>
            <a:pPr lvl="0"/>
            <a:r>
              <a:rPr lang="en-US"/>
              <a:t>##%</a:t>
            </a:r>
          </a:p>
        </p:txBody>
      </p:sp>
      <p:sp>
        <p:nvSpPr>
          <p:cNvPr id="10" name="Footer Placeholder 9">
            <a:extLst>
              <a:ext uri="{FF2B5EF4-FFF2-40B4-BE49-F238E27FC236}">
                <a16:creationId xmlns:a16="http://schemas.microsoft.com/office/drawing/2014/main" id="{897B8847-6473-457E-E96C-6389E70595B5}"/>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9" name="Date Placeholder 8">
            <a:extLst>
              <a:ext uri="{FF2B5EF4-FFF2-40B4-BE49-F238E27FC236}">
                <a16:creationId xmlns:a16="http://schemas.microsoft.com/office/drawing/2014/main" id="{397385FA-3FF0-FCCA-55E3-8E053BA2CA47}"/>
              </a:ext>
            </a:extLst>
          </p:cNvPr>
          <p:cNvSpPr>
            <a:spLocks noGrp="1"/>
          </p:cNvSpPr>
          <p:nvPr>
            <p:ph type="dt" sz="half" idx="14"/>
          </p:nvPr>
        </p:nvSpPr>
        <p:spPr/>
        <p:txBody>
          <a:bodyPr/>
          <a:lstStyle>
            <a:lvl1pPr>
              <a:defRPr>
                <a:solidFill>
                  <a:schemeClr val="tx1"/>
                </a:solidFill>
              </a:defRPr>
            </a:lvl1pPr>
          </a:lstStyle>
          <a:p>
            <a:fld id="{613F8E84-C221-42E2-A88F-FC6CBC7F05E7}" type="datetime1">
              <a:rPr lang="en-US" smtClean="0"/>
              <a:t>12/4/2025</a:t>
            </a:fld>
            <a:endParaRPr lang="en-US"/>
          </a:p>
        </p:txBody>
      </p:sp>
      <p:sp>
        <p:nvSpPr>
          <p:cNvPr id="11" name="Slide Number Placeholder 10">
            <a:extLst>
              <a:ext uri="{FF2B5EF4-FFF2-40B4-BE49-F238E27FC236}">
                <a16:creationId xmlns:a16="http://schemas.microsoft.com/office/drawing/2014/main" id="{E72B5E7B-6D54-E7B9-4307-C655E0BCABB3}"/>
              </a:ext>
            </a:extLst>
          </p:cNvPr>
          <p:cNvSpPr>
            <a:spLocks noGrp="1"/>
          </p:cNvSpPr>
          <p:nvPr>
            <p:ph type="sldNum" sz="quarter" idx="16"/>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96998540-FFAB-625C-C2E6-DC04B074A2C4}"/>
              </a:ext>
            </a:extLst>
          </p:cNvPr>
          <p:cNvCxnSpPr>
            <a:cxnSpLocks/>
          </p:cNvCxnSpPr>
          <p:nvPr/>
        </p:nvCxnSpPr>
        <p:spPr>
          <a:xfrm>
            <a:off x="530352" y="4839664"/>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FE9B0A1-4C47-68AF-0383-4819E2242D4E}"/>
              </a:ext>
            </a:extLst>
          </p:cNvPr>
          <p:cNvCxnSpPr>
            <a:cxnSpLocks/>
          </p:cNvCxnSpPr>
          <p:nvPr/>
        </p:nvCxnSpPr>
        <p:spPr>
          <a:xfrm>
            <a:off x="530352" y="6328597"/>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50532025"/>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Number Larg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8371577" y="1673353"/>
            <a:ext cx="3287023" cy="3510898"/>
          </a:xfrm>
        </p:spPr>
        <p:txBody>
          <a:bodyPr vert="horz" lIns="91440" tIns="45720" rIns="91440" bIns="45720" rtlCol="0" anchor="ctr">
            <a:normAutofit/>
          </a:bodyPr>
          <a:lstStyle>
            <a:lvl1pPr>
              <a:lnSpc>
                <a:spcPct val="110000"/>
              </a:lnSpc>
              <a:defRPr lang="en-US" sz="2800" cap="none" baseline="0" dirty="0">
                <a:latin typeface="+mn-lt"/>
              </a:defRPr>
            </a:lvl1pPr>
          </a:lstStyle>
          <a:p>
            <a:pPr lvl="0"/>
            <a:r>
              <a:rPr lang="en-US"/>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365759" y="1328272"/>
            <a:ext cx="7445950" cy="4169651"/>
          </a:xfrm>
        </p:spPr>
        <p:txBody>
          <a:bodyPr anchor="ctr">
            <a:normAutofit/>
          </a:bodyPr>
          <a:lstStyle>
            <a:lvl1pPr marL="0" indent="0" algn="ctr">
              <a:lnSpc>
                <a:spcPct val="110000"/>
              </a:lnSpc>
              <a:buNone/>
              <a:defRPr sz="23700" cap="none" baseline="0">
                <a:solidFill>
                  <a:schemeClr val="accent1"/>
                </a:solidFill>
                <a:latin typeface="+mj-lt"/>
              </a:defRPr>
            </a:lvl1pPr>
            <a:lvl2pPr marL="228600" indent="0" algn="l">
              <a:lnSpc>
                <a:spcPct val="110000"/>
              </a:lnSpc>
              <a:buNone/>
              <a:defRPr sz="2400" cap="none" baseline="0">
                <a:solidFill>
                  <a:schemeClr val="bg1"/>
                </a:solidFill>
              </a:defRPr>
            </a:lvl2pPr>
            <a:lvl3pPr marL="457200" indent="0" algn="l">
              <a:lnSpc>
                <a:spcPct val="110000"/>
              </a:lnSpc>
              <a:buNone/>
              <a:defRPr sz="2000" cap="none" baseline="0">
                <a:solidFill>
                  <a:schemeClr val="bg1"/>
                </a:solidFill>
              </a:defRPr>
            </a:lvl3pPr>
            <a:lvl4pPr marL="685800" indent="0" algn="l">
              <a:lnSpc>
                <a:spcPct val="110000"/>
              </a:lnSpc>
              <a:buNone/>
              <a:defRPr sz="1800" cap="none" baseline="0">
                <a:solidFill>
                  <a:schemeClr val="bg1"/>
                </a:solidFill>
              </a:defRPr>
            </a:lvl4pPr>
            <a:lvl5pPr marL="914400" indent="0" algn="l">
              <a:lnSpc>
                <a:spcPct val="110000"/>
              </a:lnSpc>
              <a:buNone/>
              <a:defRPr sz="1600" cap="none" baseline="0">
                <a:solidFill>
                  <a:schemeClr val="bg1"/>
                </a:solidFill>
              </a:defRPr>
            </a:lvl5pPr>
          </a:lstStyle>
          <a:p>
            <a:pPr lvl="0"/>
            <a:r>
              <a:rPr lang="en-US"/>
              <a:t>##%</a:t>
            </a:r>
          </a:p>
        </p:txBody>
      </p:sp>
      <p:sp>
        <p:nvSpPr>
          <p:cNvPr id="11" name="Footer Placeholder 10">
            <a:extLst>
              <a:ext uri="{FF2B5EF4-FFF2-40B4-BE49-F238E27FC236}">
                <a16:creationId xmlns:a16="http://schemas.microsoft.com/office/drawing/2014/main" id="{446459C9-E9DA-926C-F0C0-5EEDE6960776}"/>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C1D02E87-8057-8AC7-6F57-2066BA1BC9B7}"/>
              </a:ext>
            </a:extLst>
          </p:cNvPr>
          <p:cNvSpPr>
            <a:spLocks noGrp="1"/>
          </p:cNvSpPr>
          <p:nvPr>
            <p:ph type="dt" sz="half" idx="14"/>
          </p:nvPr>
        </p:nvSpPr>
        <p:spPr/>
        <p:txBody>
          <a:bodyPr/>
          <a:lstStyle/>
          <a:p>
            <a:fld id="{34DFD6AF-0F92-4F71-9576-F6847C4CFE31}" type="datetime1">
              <a:rPr lang="en-US" smtClean="0"/>
              <a:t>12/4/2025</a:t>
            </a:fld>
            <a:endParaRPr lang="en-US"/>
          </a:p>
        </p:txBody>
      </p:sp>
      <p:sp>
        <p:nvSpPr>
          <p:cNvPr id="12" name="Slide Number Placeholder 11">
            <a:extLst>
              <a:ext uri="{FF2B5EF4-FFF2-40B4-BE49-F238E27FC236}">
                <a16:creationId xmlns:a16="http://schemas.microsoft.com/office/drawing/2014/main" id="{52EFA3D8-21DC-0E04-B4E7-4C502496DF9B}"/>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2426DA2D-1FAE-447C-839B-22F6F0CB343E}"/>
              </a:ext>
            </a:extLst>
          </p:cNvPr>
          <p:cNvCxnSpPr>
            <a:cxnSpLocks/>
          </p:cNvCxnSpPr>
          <p:nvPr/>
        </p:nvCxnSpPr>
        <p:spPr>
          <a:xfrm>
            <a:off x="516418" y="1198471"/>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29FD6543-37F0-7721-32E4-3B3C905CC66D}"/>
              </a:ext>
            </a:extLst>
          </p:cNvPr>
          <p:cNvCxnSpPr>
            <a:cxnSpLocks/>
          </p:cNvCxnSpPr>
          <p:nvPr/>
        </p:nvCxnSpPr>
        <p:spPr>
          <a:xfrm>
            <a:off x="530352" y="5638290"/>
            <a:ext cx="1114924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10803998"/>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tatement">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1480" y="722376"/>
            <a:ext cx="10762488" cy="5458968"/>
          </a:xfrm>
        </p:spPr>
        <p:txBody>
          <a:bodyPr vert="horz" lIns="91440" tIns="45720" rIns="91440" bIns="45720" rtlCol="0">
            <a:normAutofit/>
          </a:bodyPr>
          <a:lstStyle>
            <a:lvl1pPr marL="0" indent="0">
              <a:lnSpc>
                <a:spcPct val="90000"/>
              </a:lnSpc>
              <a:buNone/>
              <a:defRPr lang="en-US" sz="7200" cap="all" baseline="0" dirty="0">
                <a:latin typeface="+mj-lt"/>
              </a:defRPr>
            </a:lvl1pPr>
            <a:lvl2pPr marL="457200" indent="0">
              <a:lnSpc>
                <a:spcPct val="90000"/>
              </a:lnSpc>
              <a:buNone/>
              <a:defRPr lang="en-US" sz="6600" cap="all" baseline="0" dirty="0">
                <a:latin typeface="+mj-lt"/>
              </a:defRPr>
            </a:lvl2pPr>
            <a:lvl3pPr marL="914400" indent="0">
              <a:lnSpc>
                <a:spcPct val="90000"/>
              </a:lnSpc>
              <a:buNone/>
              <a:defRPr lang="en-US" sz="6000" cap="all" baseline="0" dirty="0">
                <a:latin typeface="+mj-lt"/>
              </a:defRPr>
            </a:lvl3pPr>
            <a:lvl4pPr marL="1371600" indent="0">
              <a:lnSpc>
                <a:spcPct val="90000"/>
              </a:lnSpc>
              <a:buNone/>
              <a:defRPr lang="en-US" sz="6000" cap="all" baseline="0" dirty="0">
                <a:latin typeface="+mj-lt"/>
              </a:defRPr>
            </a:lvl4pPr>
            <a:lvl5pPr marL="1828800" indent="0">
              <a:lnSpc>
                <a:spcPct val="90000"/>
              </a:lnSpc>
              <a:buNone/>
              <a:defRPr lang="en-US" sz="6000" cap="all" baseline="0" dirty="0">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B4B05AAB-D167-637A-451A-510AF3173A71}"/>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6" name="Date Placeholder 5">
            <a:extLst>
              <a:ext uri="{FF2B5EF4-FFF2-40B4-BE49-F238E27FC236}">
                <a16:creationId xmlns:a16="http://schemas.microsoft.com/office/drawing/2014/main" id="{A28B3CFC-5715-1685-A039-A3162E1A6D00}"/>
              </a:ext>
            </a:extLst>
          </p:cNvPr>
          <p:cNvSpPr>
            <a:spLocks noGrp="1"/>
          </p:cNvSpPr>
          <p:nvPr>
            <p:ph type="dt" sz="half" idx="14"/>
          </p:nvPr>
        </p:nvSpPr>
        <p:spPr/>
        <p:txBody>
          <a:bodyPr/>
          <a:lstStyle>
            <a:lvl1pPr>
              <a:defRPr>
                <a:solidFill>
                  <a:schemeClr val="tx1"/>
                </a:solidFill>
              </a:defRPr>
            </a:lvl1pPr>
          </a:lstStyle>
          <a:p>
            <a:fld id="{028211E3-7798-4C1B-A8B7-1D4CC8744C3E}" type="datetime1">
              <a:rPr lang="en-US" smtClean="0"/>
              <a:t>12/4/2025</a:t>
            </a:fld>
            <a:endParaRPr lang="en-US"/>
          </a:p>
        </p:txBody>
      </p:sp>
      <p:sp>
        <p:nvSpPr>
          <p:cNvPr id="11" name="Slide Number Placeholder 10">
            <a:extLst>
              <a:ext uri="{FF2B5EF4-FFF2-40B4-BE49-F238E27FC236}">
                <a16:creationId xmlns:a16="http://schemas.microsoft.com/office/drawing/2014/main" id="{B5256ABD-1750-68C8-B3DD-DDDA3342C7F6}"/>
              </a:ext>
            </a:extLst>
          </p:cNvPr>
          <p:cNvSpPr>
            <a:spLocks noGrp="1"/>
          </p:cNvSpPr>
          <p:nvPr>
            <p:ph type="sldNum" sz="quarter" idx="16"/>
          </p:nvPr>
        </p:nvSpPr>
        <p:spPr/>
        <p:txBody>
          <a:bodyPr/>
          <a:lstStyle>
            <a:lvl1pPr>
              <a:defRPr>
                <a:solidFill>
                  <a:schemeClr val="tx1"/>
                </a:solidFill>
              </a:defRPr>
            </a:lvl1pPr>
          </a:lstStyle>
          <a:p>
            <a:fld id="{DD84031F-D6BF-4677-B12E-7D8B88BA70F7}" type="slidenum">
              <a:rPr lang="en-US" smtClean="0"/>
              <a:pPr/>
              <a:t>‹#›</a:t>
            </a:fld>
            <a:endParaRPr lang="en-US"/>
          </a:p>
        </p:txBody>
      </p:sp>
      <p:cxnSp>
        <p:nvCxnSpPr>
          <p:cNvPr id="8" name="Straight Connector 7">
            <a:extLst>
              <a:ext uri="{FF2B5EF4-FFF2-40B4-BE49-F238E27FC236}">
                <a16:creationId xmlns:a16="http://schemas.microsoft.com/office/drawing/2014/main" id="{07C0A4E9-267E-8FCC-AB27-70F0E33E2D79}"/>
              </a:ext>
            </a:extLst>
          </p:cNvPr>
          <p:cNvCxnSpPr>
            <a:cxnSpLocks/>
          </p:cNvCxnSpPr>
          <p:nvPr/>
        </p:nvCxnSpPr>
        <p:spPr>
          <a:xfrm>
            <a:off x="530352" y="5334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7A1B5A9-A34C-A393-09C0-174C561F5FBF}"/>
              </a:ext>
            </a:extLst>
          </p:cNvPr>
          <p:cNvCxnSpPr>
            <a:cxnSpLocks/>
          </p:cNvCxnSpPr>
          <p:nvPr/>
        </p:nvCxnSpPr>
        <p:spPr>
          <a:xfrm>
            <a:off x="530352" y="63246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29496999"/>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Statement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30415" y="717754"/>
            <a:ext cx="10758791" cy="5458159"/>
          </a:xfrm>
        </p:spPr>
        <p:txBody>
          <a:bodyPr vert="horz" lIns="91440" tIns="45720" rIns="91440" bIns="45720" rtlCol="0" anchor="t">
            <a:normAutofit/>
          </a:bodyPr>
          <a:lstStyle>
            <a:lvl1pPr marL="0" indent="0">
              <a:lnSpc>
                <a:spcPct val="90000"/>
              </a:lnSpc>
              <a:spcBef>
                <a:spcPts val="1000"/>
              </a:spcBef>
              <a:buNone/>
              <a:defRPr lang="en-US" sz="7200" b="0" cap="all" baseline="0" dirty="0">
                <a:solidFill>
                  <a:schemeClr val="accent1"/>
                </a:solidFill>
                <a:latin typeface="+mj-lt"/>
                <a:ea typeface="+mj-ea"/>
                <a:cs typeface="+mj-cs"/>
              </a:defRPr>
            </a:lvl1pPr>
            <a:lvl2pPr marL="457200" indent="0">
              <a:lnSpc>
                <a:spcPct val="90000"/>
              </a:lnSpc>
              <a:spcBef>
                <a:spcPts val="1000"/>
              </a:spcBef>
              <a:buNone/>
              <a:defRPr lang="en-US" sz="6600" b="0" cap="all" baseline="0" dirty="0">
                <a:solidFill>
                  <a:schemeClr val="accent1"/>
                </a:solidFill>
                <a:latin typeface="+mj-lt"/>
              </a:defRPr>
            </a:lvl2pPr>
            <a:lvl3pPr marL="914400" indent="0">
              <a:lnSpc>
                <a:spcPct val="90000"/>
              </a:lnSpc>
              <a:spcBef>
                <a:spcPts val="1000"/>
              </a:spcBef>
              <a:buNone/>
              <a:defRPr lang="en-US" sz="6000" b="0" cap="all" baseline="0" dirty="0">
                <a:solidFill>
                  <a:schemeClr val="accent1"/>
                </a:solidFill>
                <a:latin typeface="+mj-lt"/>
              </a:defRPr>
            </a:lvl3pPr>
            <a:lvl4pPr marL="1371600" indent="0">
              <a:lnSpc>
                <a:spcPct val="90000"/>
              </a:lnSpc>
              <a:spcBef>
                <a:spcPts val="1000"/>
              </a:spcBef>
              <a:buNone/>
              <a:defRPr lang="en-US" sz="6000" b="0" cap="all" baseline="0" dirty="0">
                <a:solidFill>
                  <a:schemeClr val="accent1"/>
                </a:solidFill>
                <a:latin typeface="+mj-lt"/>
              </a:defRPr>
            </a:lvl4pPr>
            <a:lvl5pPr marL="1828800" indent="0">
              <a:lnSpc>
                <a:spcPct val="90000"/>
              </a:lnSpc>
              <a:spcBef>
                <a:spcPts val="1000"/>
              </a:spcBef>
              <a:buNone/>
              <a:defRPr lang="en-US" sz="6000" b="0" cap="all" baseline="0" dirty="0">
                <a:solidFill>
                  <a:schemeClr val="accent1"/>
                </a:solidFill>
                <a:latin typeface="+mj-lt"/>
              </a:defRPr>
            </a:lvl5pPr>
          </a:lstStyle>
          <a:p>
            <a:pPr marL="228600" lvl="0" indent="-228600">
              <a:lnSpc>
                <a:spcPct val="90000"/>
              </a:lnSpc>
              <a:spcBef>
                <a:spcPct val="0"/>
              </a:spcBef>
            </a:pPr>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2D89B1FA-A3A2-4EEE-AC52-74345FF796E0}" type="datetime1">
              <a:rPr lang="en-US" smtClean="0"/>
              <a:t>12/4/2025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B321C58F-32A5-353B-47A2-C43DAAB8F254}"/>
              </a:ext>
            </a:extLst>
          </p:cNvPr>
          <p:cNvCxnSpPr>
            <a:cxnSpLocks/>
          </p:cNvCxnSpPr>
          <p:nvPr/>
        </p:nvCxnSpPr>
        <p:spPr>
          <a:xfrm>
            <a:off x="530352" y="530352"/>
            <a:ext cx="1112824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7A1B5A9-A34C-A393-09C0-174C561F5FBF}"/>
              </a:ext>
            </a:extLst>
          </p:cNvPr>
          <p:cNvCxnSpPr>
            <a:cxnSpLocks/>
          </p:cNvCxnSpPr>
          <p:nvPr/>
        </p:nvCxnSpPr>
        <p:spPr>
          <a:xfrm>
            <a:off x="530352" y="6324600"/>
            <a:ext cx="1112824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15070642"/>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Statem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50490" y="1828806"/>
            <a:ext cx="9291020" cy="3132569"/>
          </a:xfrm>
        </p:spPr>
        <p:txBody>
          <a:bodyPr anchor="ctr">
            <a:normAutofit/>
          </a:bodyPr>
          <a:lstStyle>
            <a:lvl1pPr marL="0" indent="0" algn="ctr">
              <a:lnSpc>
                <a:spcPct val="100000"/>
              </a:lnSpc>
              <a:buNone/>
              <a:defRPr sz="5400" b="0">
                <a:solidFill>
                  <a:schemeClr val="accent1"/>
                </a:solidFill>
              </a:defRPr>
            </a:lvl1pPr>
            <a:lvl2pPr marL="228600" indent="0" algn="ctr">
              <a:lnSpc>
                <a:spcPct val="100000"/>
              </a:lnSpc>
              <a:buNone/>
              <a:defRPr sz="4800" b="0">
                <a:solidFill>
                  <a:schemeClr val="accent1"/>
                </a:solidFill>
              </a:defRPr>
            </a:lvl2pPr>
            <a:lvl3pPr marL="457200" indent="0" algn="ctr">
              <a:lnSpc>
                <a:spcPct val="100000"/>
              </a:lnSpc>
              <a:buNone/>
              <a:defRPr sz="4400" b="0">
                <a:solidFill>
                  <a:schemeClr val="accent1"/>
                </a:solidFill>
              </a:defRPr>
            </a:lvl3pPr>
            <a:lvl4pPr marL="685800" indent="0" algn="ctr">
              <a:lnSpc>
                <a:spcPct val="100000"/>
              </a:lnSpc>
              <a:buNone/>
              <a:defRPr sz="4000" b="0">
                <a:solidFill>
                  <a:schemeClr val="accent1"/>
                </a:solidFill>
              </a:defRPr>
            </a:lvl4pPr>
            <a:lvl5pPr marL="914400" indent="0" algn="ctr">
              <a:lnSpc>
                <a:spcPct val="100000"/>
              </a:lnSpc>
              <a:buNone/>
              <a:defRPr sz="3600" b="0">
                <a:solidFill>
                  <a:schemeClr val="accent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8CB0E27F-4DA4-4250-AB3F-755F95A702F0}" type="datetime1">
              <a:rPr lang="en-US" smtClean="0"/>
              <a:t>12/4/2025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99661B65-925C-C474-4671-6B5CBEB80093}"/>
              </a:ext>
            </a:extLst>
          </p:cNvPr>
          <p:cNvCxnSpPr>
            <a:cxnSpLocks/>
          </p:cNvCxnSpPr>
          <p:nvPr/>
        </p:nvCxnSpPr>
        <p:spPr>
          <a:xfrm>
            <a:off x="1405629" y="1164266"/>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9AEB70E-85D7-3389-E0B5-B0953E3D035D}"/>
              </a:ext>
            </a:extLst>
          </p:cNvPr>
          <p:cNvCxnSpPr>
            <a:cxnSpLocks/>
          </p:cNvCxnSpPr>
          <p:nvPr/>
        </p:nvCxnSpPr>
        <p:spPr>
          <a:xfrm>
            <a:off x="1399690" y="5693732"/>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80622123"/>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Quot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359764" y="5486400"/>
            <a:ext cx="9472473" cy="939691"/>
          </a:xfrm>
        </p:spPr>
        <p:txBody>
          <a:bodyPr anchor="ctr">
            <a:normAutofit/>
          </a:bodyPr>
          <a:lstStyle>
            <a:lvl1pPr marL="137160" indent="-137160" algn="ctr">
              <a:lnSpc>
                <a:spcPct val="100000"/>
              </a:lnSpc>
              <a:defRPr sz="1800" cap="all" baseline="0">
                <a:latin typeface="+mj-lt"/>
              </a:defRPr>
            </a:lvl1pPr>
          </a:lstStyle>
          <a:p>
            <a:r>
              <a:rPr lang="en-US"/>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359761" y="667511"/>
            <a:ext cx="9413534" cy="4010998"/>
          </a:xfrm>
        </p:spPr>
        <p:txBody>
          <a:bodyPr anchor="ctr">
            <a:normAutofit/>
          </a:bodyPr>
          <a:lstStyle>
            <a:lvl1pPr marL="0" indent="0" algn="ctr">
              <a:lnSpc>
                <a:spcPct val="100000"/>
              </a:lnSpc>
              <a:buNone/>
              <a:defRPr sz="4400" b="0" cap="none" spc="50" baseline="0">
                <a:solidFill>
                  <a:schemeClr val="accent1"/>
                </a:solidFill>
                <a:latin typeface="+mn-lt"/>
              </a:defRPr>
            </a:lvl1pPr>
            <a:lvl2pPr marL="228600" indent="0" algn="ctr">
              <a:lnSpc>
                <a:spcPct val="100000"/>
              </a:lnSpc>
              <a:buNone/>
              <a:defRPr sz="4000" b="0" cap="none" spc="50" baseline="0">
                <a:solidFill>
                  <a:schemeClr val="accent1"/>
                </a:solidFill>
                <a:latin typeface="+mn-lt"/>
              </a:defRPr>
            </a:lvl2pPr>
            <a:lvl3pPr marL="457200" indent="0" algn="ctr">
              <a:lnSpc>
                <a:spcPct val="100000"/>
              </a:lnSpc>
              <a:buNone/>
              <a:defRPr sz="3600" b="0" cap="none" spc="50" baseline="0">
                <a:solidFill>
                  <a:schemeClr val="accent1"/>
                </a:solidFill>
                <a:latin typeface="+mn-lt"/>
              </a:defRPr>
            </a:lvl3pPr>
            <a:lvl4pPr marL="685800" indent="0" algn="ctr">
              <a:lnSpc>
                <a:spcPct val="100000"/>
              </a:lnSpc>
              <a:buNone/>
              <a:defRPr sz="3200" b="0" cap="none" spc="50" baseline="0">
                <a:solidFill>
                  <a:schemeClr val="accent1"/>
                </a:solidFill>
                <a:latin typeface="+mn-lt"/>
              </a:defRPr>
            </a:lvl4pPr>
            <a:lvl5pPr marL="914400" indent="0" algn="ctr">
              <a:lnSpc>
                <a:spcPct val="100000"/>
              </a:lnSpc>
              <a:buNone/>
              <a:defRPr sz="2800" b="0" cap="none" spc="50" baseline="0">
                <a:solidFill>
                  <a:schemeClr val="accent1"/>
                </a:solidFill>
                <a:latin typeface="+mn-lt"/>
              </a:defRPr>
            </a:lvl5pPr>
          </a:lstStyle>
          <a:p>
            <a:pPr lvl="0"/>
            <a:r>
              <a:rPr lang="en-US"/>
              <a:t>Click to edit quote</a:t>
            </a:r>
          </a:p>
        </p:txBody>
      </p:sp>
      <p:sp>
        <p:nvSpPr>
          <p:cNvPr id="9" name="Footer Placeholder 8">
            <a:extLst>
              <a:ext uri="{FF2B5EF4-FFF2-40B4-BE49-F238E27FC236}">
                <a16:creationId xmlns:a16="http://schemas.microsoft.com/office/drawing/2014/main" id="{468922A5-1A25-C2CB-DB6C-A2CCA7E6E68B}"/>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7AB04756-BB80-4C64-D871-0ADC3A7778F6}"/>
              </a:ext>
            </a:extLst>
          </p:cNvPr>
          <p:cNvSpPr>
            <a:spLocks noGrp="1"/>
          </p:cNvSpPr>
          <p:nvPr>
            <p:ph type="dt" sz="half" idx="14"/>
          </p:nvPr>
        </p:nvSpPr>
        <p:spPr/>
        <p:txBody>
          <a:bodyPr/>
          <a:lstStyle/>
          <a:p>
            <a:fld id="{281718C3-C21D-4CB2-9429-434651DA51E0}" type="datetime1">
              <a:rPr lang="en-US" smtClean="0"/>
              <a:t>12/4/2025</a:t>
            </a:fld>
            <a:endParaRPr lang="en-US"/>
          </a:p>
        </p:txBody>
      </p:sp>
      <p:sp>
        <p:nvSpPr>
          <p:cNvPr id="10" name="Slide Number Placeholder 9">
            <a:extLst>
              <a:ext uri="{FF2B5EF4-FFF2-40B4-BE49-F238E27FC236}">
                <a16:creationId xmlns:a16="http://schemas.microsoft.com/office/drawing/2014/main" id="{3EF70E65-4C3D-A600-1367-6FBA2FDDE55C}"/>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5" name="Straight Connector 4">
            <a:extLst>
              <a:ext uri="{FF2B5EF4-FFF2-40B4-BE49-F238E27FC236}">
                <a16:creationId xmlns:a16="http://schemas.microsoft.com/office/drawing/2014/main" id="{6C95B307-0002-4F55-5801-73F564B37804}"/>
              </a:ext>
            </a:extLst>
          </p:cNvPr>
          <p:cNvCxnSpPr>
            <a:cxnSpLocks/>
          </p:cNvCxnSpPr>
          <p:nvPr/>
        </p:nvCxnSpPr>
        <p:spPr>
          <a:xfrm>
            <a:off x="1399690" y="5178692"/>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3441684"/>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Quot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548641" y="5422793"/>
            <a:ext cx="8849802" cy="763321"/>
          </a:xfrm>
        </p:spPr>
        <p:txBody>
          <a:bodyPr anchor="t">
            <a:normAutofit/>
          </a:bodyPr>
          <a:lstStyle>
            <a:lvl1pPr marL="0" indent="0">
              <a:lnSpc>
                <a:spcPct val="100000"/>
              </a:lnSpc>
              <a:defRPr sz="2000" cap="all" baseline="0">
                <a:solidFill>
                  <a:schemeClr val="tx1"/>
                </a:solidFill>
                <a:latin typeface="+mj-lt"/>
              </a:defRPr>
            </a:lvl1pPr>
          </a:lstStyle>
          <a:p>
            <a:r>
              <a:rPr lang="en-US"/>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415047" y="364321"/>
            <a:ext cx="8983395" cy="4379976"/>
          </a:xfrm>
        </p:spPr>
        <p:txBody>
          <a:bodyPr anchor="t">
            <a:normAutofit/>
          </a:bodyPr>
          <a:lstStyle>
            <a:lvl1pPr marL="137160" indent="-137160">
              <a:lnSpc>
                <a:spcPct val="100000"/>
              </a:lnSpc>
              <a:buNone/>
              <a:defRPr sz="5400" b="0" cap="none" spc="50" baseline="0">
                <a:solidFill>
                  <a:schemeClr val="accent1"/>
                </a:solidFill>
                <a:latin typeface="+mn-lt"/>
              </a:defRPr>
            </a:lvl1pPr>
            <a:lvl2pPr marL="228600" indent="0">
              <a:buNone/>
              <a:defRPr sz="1600" b="0" cap="all" spc="50" baseline="0">
                <a:solidFill>
                  <a:schemeClr val="tx1"/>
                </a:solidFill>
                <a:latin typeface="+mj-lt"/>
              </a:defRPr>
            </a:lvl2pPr>
            <a:lvl3pPr marL="457200" indent="0">
              <a:buNone/>
              <a:defRPr sz="1400" b="0" cap="all" spc="50" baseline="0">
                <a:solidFill>
                  <a:schemeClr val="tx1"/>
                </a:solidFill>
                <a:latin typeface="+mj-lt"/>
              </a:defRPr>
            </a:lvl3pPr>
            <a:lvl4pPr marL="685800" indent="0">
              <a:buNone/>
              <a:defRPr sz="1200" b="0" cap="all" spc="50" baseline="0">
                <a:solidFill>
                  <a:schemeClr val="tx1"/>
                </a:solidFill>
                <a:latin typeface="+mj-lt"/>
              </a:defRPr>
            </a:lvl4pPr>
            <a:lvl5pPr marL="914400" indent="0">
              <a:buNone/>
              <a:defRPr sz="1100" b="0" cap="all" spc="50" baseline="0">
                <a:solidFill>
                  <a:schemeClr val="tx1"/>
                </a:solidFill>
                <a:latin typeface="+mj-lt"/>
              </a:defRPr>
            </a:lvl5pPr>
          </a:lstStyle>
          <a:p>
            <a:pPr lvl="0"/>
            <a:r>
              <a:rPr lang="en-US"/>
              <a:t>Click to edit quote</a:t>
            </a:r>
          </a:p>
        </p:txBody>
      </p:sp>
      <p:sp>
        <p:nvSpPr>
          <p:cNvPr id="11" name="Footer Placeholder 10">
            <a:extLst>
              <a:ext uri="{FF2B5EF4-FFF2-40B4-BE49-F238E27FC236}">
                <a16:creationId xmlns:a16="http://schemas.microsoft.com/office/drawing/2014/main" id="{BB573913-DF3D-A336-7766-2F2A4077FA24}"/>
              </a:ext>
            </a:extLst>
          </p:cNvPr>
          <p:cNvSpPr>
            <a:spLocks noGrp="1"/>
          </p:cNvSpPr>
          <p:nvPr>
            <p:ph type="ftr" sz="quarter" idx="15"/>
          </p:nvPr>
        </p:nvSpPr>
        <p:spPr/>
        <p:txBody>
          <a:bodyPr/>
          <a:lstStyle/>
          <a:p>
            <a:r>
              <a:rPr lang="en-US"/>
              <a:t>Sample Footer Text</a:t>
            </a:r>
          </a:p>
        </p:txBody>
      </p:sp>
      <p:sp>
        <p:nvSpPr>
          <p:cNvPr id="10" name="Date Placeholder 9">
            <a:extLst>
              <a:ext uri="{FF2B5EF4-FFF2-40B4-BE49-F238E27FC236}">
                <a16:creationId xmlns:a16="http://schemas.microsoft.com/office/drawing/2014/main" id="{82574524-6D35-F65F-291D-C661BC2839A9}"/>
              </a:ext>
            </a:extLst>
          </p:cNvPr>
          <p:cNvSpPr>
            <a:spLocks noGrp="1"/>
          </p:cNvSpPr>
          <p:nvPr>
            <p:ph type="dt" sz="half" idx="14"/>
          </p:nvPr>
        </p:nvSpPr>
        <p:spPr/>
        <p:txBody>
          <a:bodyPr/>
          <a:lstStyle/>
          <a:p>
            <a:fld id="{EF484BAB-BC70-496F-BE5F-77C3800258C1}" type="datetime1">
              <a:rPr lang="en-US" smtClean="0"/>
              <a:t>12/4/2025</a:t>
            </a:fld>
            <a:endParaRPr lang="en-US"/>
          </a:p>
        </p:txBody>
      </p:sp>
      <p:sp>
        <p:nvSpPr>
          <p:cNvPr id="12" name="Slide Number Placeholder 11">
            <a:extLst>
              <a:ext uri="{FF2B5EF4-FFF2-40B4-BE49-F238E27FC236}">
                <a16:creationId xmlns:a16="http://schemas.microsoft.com/office/drawing/2014/main" id="{551DEE08-81D7-3436-67E0-35E4159750B3}"/>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1A1234A2-3E92-F2E2-45A7-60E39396715E}"/>
              </a:ext>
            </a:extLst>
          </p:cNvPr>
          <p:cNvCxnSpPr>
            <a:cxnSpLocks/>
          </p:cNvCxnSpPr>
          <p:nvPr/>
        </p:nvCxnSpPr>
        <p:spPr>
          <a:xfrm>
            <a:off x="530352" y="5184424"/>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1A2847D-BCD1-DEA8-DC65-258A4946768E}"/>
              </a:ext>
            </a:extLst>
          </p:cNvPr>
          <p:cNvCxnSpPr>
            <a:cxnSpLocks/>
          </p:cNvCxnSpPr>
          <p:nvPr/>
        </p:nvCxnSpPr>
        <p:spPr>
          <a:xfrm>
            <a:off x="530352" y="6326367"/>
            <a:ext cx="1115568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11607673"/>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Quot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930302" y="5345083"/>
            <a:ext cx="10243537" cy="847899"/>
          </a:xfrm>
        </p:spPr>
        <p:txBody>
          <a:bodyPr anchor="ctr">
            <a:normAutofit/>
          </a:bodyPr>
          <a:lstStyle>
            <a:lvl1pPr marL="137160" indent="-137160" algn="ctr">
              <a:lnSpc>
                <a:spcPct val="110000"/>
              </a:lnSpc>
              <a:defRPr sz="1800" cap="none" baseline="0">
                <a:solidFill>
                  <a:schemeClr val="accent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930303" y="951364"/>
            <a:ext cx="10243536" cy="3794370"/>
          </a:xfrm>
        </p:spPr>
        <p:txBody>
          <a:bodyPr anchor="ctr">
            <a:normAutofit/>
          </a:bodyPr>
          <a:lstStyle>
            <a:lvl1pPr marL="0" indent="0" algn="ctr">
              <a:buNone/>
              <a:defRPr sz="4400" b="0" cap="all" spc="50" baseline="0">
                <a:solidFill>
                  <a:schemeClr val="tx1"/>
                </a:solidFill>
                <a:latin typeface="+mj-lt"/>
              </a:defRPr>
            </a:lvl1pPr>
            <a:lvl2pPr marL="228600" indent="0">
              <a:buNone/>
              <a:defRPr sz="4400" b="0" cap="all" spc="50" baseline="0">
                <a:solidFill>
                  <a:schemeClr val="accent1"/>
                </a:solidFill>
                <a:latin typeface="+mj-lt"/>
              </a:defRPr>
            </a:lvl2pPr>
            <a:lvl3pPr marL="457200" indent="0">
              <a:buNone/>
              <a:defRPr sz="4400" b="0" cap="all" spc="50" baseline="0">
                <a:solidFill>
                  <a:schemeClr val="accent1"/>
                </a:solidFill>
                <a:latin typeface="+mj-lt"/>
              </a:defRPr>
            </a:lvl3pPr>
            <a:lvl4pPr marL="685800" indent="0">
              <a:buNone/>
              <a:defRPr sz="4400" b="0" cap="all" spc="50" baseline="0">
                <a:solidFill>
                  <a:schemeClr val="accent1"/>
                </a:solidFill>
                <a:latin typeface="+mj-lt"/>
              </a:defRPr>
            </a:lvl4pPr>
            <a:lvl5pPr marL="914400" indent="0">
              <a:buNone/>
              <a:defRPr sz="4400" b="0" cap="all" spc="50" baseline="0">
                <a:solidFill>
                  <a:schemeClr val="accent1"/>
                </a:solidFill>
                <a:latin typeface="+mj-lt"/>
              </a:defRPr>
            </a:lvl5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9245940F-B015-464A-92BD-FC8709C093C5}" type="datetime1">
              <a:rPr lang="en-US" smtClean="0"/>
              <a:t>12/4/2025</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56050A9D-B7C5-F464-79AD-0740B311B072}"/>
              </a:ext>
            </a:extLst>
          </p:cNvPr>
          <p:cNvCxnSpPr>
            <a:cxnSpLocks/>
          </p:cNvCxnSpPr>
          <p:nvPr/>
        </p:nvCxnSpPr>
        <p:spPr>
          <a:xfrm>
            <a:off x="524909" y="533400"/>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1A1234A2-3E92-F2E2-45A7-60E39396715E}"/>
              </a:ext>
            </a:extLst>
          </p:cNvPr>
          <p:cNvCxnSpPr>
            <a:cxnSpLocks/>
          </p:cNvCxnSpPr>
          <p:nvPr/>
        </p:nvCxnSpPr>
        <p:spPr>
          <a:xfrm>
            <a:off x="516418" y="5184424"/>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0F8BEE7C-4A94-0B15-16EB-46B45E9C057E}"/>
              </a:ext>
            </a:extLst>
          </p:cNvPr>
          <p:cNvCxnSpPr>
            <a:cxnSpLocks/>
          </p:cNvCxnSpPr>
          <p:nvPr/>
        </p:nvCxnSpPr>
        <p:spPr>
          <a:xfrm>
            <a:off x="507928"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63788849"/>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Quote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359764" y="5430743"/>
            <a:ext cx="9472473" cy="704081"/>
          </a:xfrm>
        </p:spPr>
        <p:txBody>
          <a:bodyPr anchor="ctr">
            <a:normAutofit/>
          </a:bodyPr>
          <a:lstStyle>
            <a:lvl1pPr marL="137160" indent="-137160" algn="ctr">
              <a:lnSpc>
                <a:spcPct val="100000"/>
              </a:lnSpc>
              <a:defRPr sz="1800" cap="all" baseline="0">
                <a:solidFill>
                  <a:schemeClr val="tx1"/>
                </a:solidFill>
                <a:latin typeface="+mj-lt"/>
              </a:defRPr>
            </a:lvl1pPr>
          </a:lstStyle>
          <a:p>
            <a:r>
              <a:rPr lang="en-US"/>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359761" y="1081377"/>
            <a:ext cx="9413534" cy="3597131"/>
          </a:xfrm>
        </p:spPr>
        <p:txBody>
          <a:bodyPr anchor="ctr">
            <a:normAutofit/>
          </a:bodyPr>
          <a:lstStyle>
            <a:lvl1pPr marL="0" indent="0" algn="ctr">
              <a:lnSpc>
                <a:spcPct val="100000"/>
              </a:lnSpc>
              <a:buNone/>
              <a:defRPr sz="4400" b="0" cap="none" spc="50" baseline="0">
                <a:solidFill>
                  <a:schemeClr val="tx1"/>
                </a:solidFill>
                <a:latin typeface="+mn-lt"/>
              </a:defRPr>
            </a:lvl1pPr>
            <a:lvl2pPr marL="228600" indent="0" algn="ctr">
              <a:lnSpc>
                <a:spcPct val="100000"/>
              </a:lnSpc>
              <a:buNone/>
              <a:defRPr sz="4000" b="0" cap="none" spc="50" baseline="0">
                <a:solidFill>
                  <a:schemeClr val="accent1"/>
                </a:solidFill>
                <a:latin typeface="+mn-lt"/>
              </a:defRPr>
            </a:lvl2pPr>
            <a:lvl3pPr marL="457200" indent="0" algn="ctr">
              <a:lnSpc>
                <a:spcPct val="100000"/>
              </a:lnSpc>
              <a:buNone/>
              <a:defRPr sz="3600" b="0" cap="none" spc="50" baseline="0">
                <a:solidFill>
                  <a:schemeClr val="accent1"/>
                </a:solidFill>
                <a:latin typeface="+mn-lt"/>
              </a:defRPr>
            </a:lvl3pPr>
            <a:lvl4pPr marL="685800" indent="0" algn="ctr">
              <a:lnSpc>
                <a:spcPct val="100000"/>
              </a:lnSpc>
              <a:buNone/>
              <a:defRPr sz="3200" b="0" cap="none" spc="50" baseline="0">
                <a:solidFill>
                  <a:schemeClr val="accent1"/>
                </a:solidFill>
                <a:latin typeface="+mn-lt"/>
              </a:defRPr>
            </a:lvl4pPr>
            <a:lvl5pPr marL="914400" indent="0" algn="ctr">
              <a:lnSpc>
                <a:spcPct val="100000"/>
              </a:lnSpc>
              <a:buNone/>
              <a:defRPr sz="2800" b="0" cap="none" spc="50" baseline="0">
                <a:solidFill>
                  <a:schemeClr val="accent1"/>
                </a:solidFill>
                <a:latin typeface="+mn-lt"/>
              </a:defRPr>
            </a:lvl5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8E6C2023-0583-4B96-882C-68D22DCD46B6}" type="datetime1">
              <a:rPr lang="en-US" smtClean="0"/>
              <a:t>12/4/2025</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10" name="Straight Connector 9">
            <a:extLst>
              <a:ext uri="{FF2B5EF4-FFF2-40B4-BE49-F238E27FC236}">
                <a16:creationId xmlns:a16="http://schemas.microsoft.com/office/drawing/2014/main" id="{3FD77A43-F5D0-235F-35F0-CBDFCF048764}"/>
              </a:ext>
            </a:extLst>
          </p:cNvPr>
          <p:cNvCxnSpPr>
            <a:cxnSpLocks/>
          </p:cNvCxnSpPr>
          <p:nvPr/>
        </p:nvCxnSpPr>
        <p:spPr>
          <a:xfrm>
            <a:off x="530352" y="530352"/>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D4577989-BB5F-9AF1-A65F-3B2D0FDB6368}"/>
              </a:ext>
            </a:extLst>
          </p:cNvPr>
          <p:cNvCxnSpPr>
            <a:cxnSpLocks/>
          </p:cNvCxnSpPr>
          <p:nvPr/>
        </p:nvCxnSpPr>
        <p:spPr>
          <a:xfrm>
            <a:off x="530352" y="5180630"/>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B066E7AB-929A-6900-35D9-F1C66399874C}"/>
              </a:ext>
            </a:extLst>
          </p:cNvPr>
          <p:cNvCxnSpPr>
            <a:cxnSpLocks/>
          </p:cNvCxnSpPr>
          <p:nvPr/>
        </p:nvCxnSpPr>
        <p:spPr>
          <a:xfrm>
            <a:off x="530352" y="6324600"/>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71770"/>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Two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419100" y="365760"/>
            <a:ext cx="11239498" cy="914400"/>
          </a:xfrm>
        </p:spPr>
        <p:txBody>
          <a:bodyPr anchor="b"/>
          <a:lstStyle/>
          <a:p>
            <a:r>
              <a:rPr lang="en-US"/>
              <a:t>Click to edit Master title style</a:t>
            </a:r>
          </a:p>
        </p:txBody>
      </p:sp>
      <p:sp>
        <p:nvSpPr>
          <p:cNvPr id="4" name="Content Placeholder 3">
            <a:extLst>
              <a:ext uri="{FF2B5EF4-FFF2-40B4-BE49-F238E27FC236}">
                <a16:creationId xmlns:a16="http://schemas.microsoft.com/office/drawing/2014/main" id="{5FB8DBCC-227D-BB0A-7CD5-02D66CF18745}"/>
              </a:ext>
            </a:extLst>
          </p:cNvPr>
          <p:cNvSpPr>
            <a:spLocks noGrp="1"/>
          </p:cNvSpPr>
          <p:nvPr>
            <p:ph sz="quarter" idx="15"/>
          </p:nvPr>
        </p:nvSpPr>
        <p:spPr>
          <a:xfrm>
            <a:off x="419100" y="1714500"/>
            <a:ext cx="5305425" cy="43894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0DBB7E01-A7E6-1882-4E9B-8EABAF71F969}"/>
              </a:ext>
            </a:extLst>
          </p:cNvPr>
          <p:cNvSpPr>
            <a:spLocks noGrp="1"/>
          </p:cNvSpPr>
          <p:nvPr>
            <p:ph sz="quarter" idx="16"/>
          </p:nvPr>
        </p:nvSpPr>
        <p:spPr>
          <a:xfrm>
            <a:off x="6345936" y="1719072"/>
            <a:ext cx="5321808" cy="43905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6504A9F1-814E-44B0-83E3-9DA02F3C243F}" type="datetime1">
              <a:rPr lang="en-US" smtClean="0"/>
              <a:t>12/4/2025</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A90608C5-C55C-14AC-C8E9-7F0530018CE5}"/>
              </a:ext>
            </a:extLst>
          </p:cNvPr>
          <p:cNvCxnSpPr>
            <a:cxnSpLocks/>
          </p:cNvCxnSpPr>
          <p:nvPr/>
        </p:nvCxnSpPr>
        <p:spPr>
          <a:xfrm>
            <a:off x="533400"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0139848"/>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Comparis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402335" y="365760"/>
            <a:ext cx="11256264" cy="914400"/>
          </a:xfrm>
        </p:spPr>
        <p:txBody>
          <a:bodyPr anchor="b"/>
          <a:lstStyle/>
          <a:p>
            <a:r>
              <a:rPr lang="en-US"/>
              <a:t>Click to edit Master title style</a:t>
            </a:r>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415048" y="1490472"/>
            <a:ext cx="5321808" cy="642902"/>
          </a:xfrm>
        </p:spPr>
        <p:txBody>
          <a:bodyPr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EFD932-A581-1A49-7FAF-0FED2E2BC182}"/>
              </a:ext>
            </a:extLst>
          </p:cNvPr>
          <p:cNvSpPr>
            <a:spLocks noGrp="1"/>
          </p:cNvSpPr>
          <p:nvPr>
            <p:ph sz="quarter" idx="15"/>
          </p:nvPr>
        </p:nvSpPr>
        <p:spPr>
          <a:xfrm>
            <a:off x="419100" y="2212975"/>
            <a:ext cx="5303838" cy="3892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345936" y="1490472"/>
            <a:ext cx="5321808" cy="642902"/>
          </a:xfrm>
        </p:spPr>
        <p:txBody>
          <a:bodyPr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554404BD-8F2F-278E-C00B-3F1B1DE8CF2C}"/>
              </a:ext>
            </a:extLst>
          </p:cNvPr>
          <p:cNvSpPr>
            <a:spLocks noGrp="1"/>
          </p:cNvSpPr>
          <p:nvPr>
            <p:ph sz="quarter" idx="16"/>
          </p:nvPr>
        </p:nvSpPr>
        <p:spPr>
          <a:xfrm>
            <a:off x="6345238" y="2212975"/>
            <a:ext cx="5321808" cy="3892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6DF15078-AEDD-4B5A-AC6A-C8F87F9646E7}" type="datetime1">
              <a:rPr lang="en-US" smtClean="0"/>
              <a:t>12/4/2025</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A90608C5-C55C-14AC-C8E9-7F0530018CE5}"/>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8013132"/>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3695F-5E74-A380-8592-35FB6FC77542}"/>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09C6149D-58D4-7497-818C-CF30244A29A1}"/>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8E8D2567-C532-BD45-FA85-03DBE3B3C779}"/>
              </a:ext>
            </a:extLst>
          </p:cNvPr>
          <p:cNvSpPr>
            <a:spLocks noGrp="1"/>
          </p:cNvSpPr>
          <p:nvPr>
            <p:ph type="dt" sz="half" idx="10"/>
          </p:nvPr>
        </p:nvSpPr>
        <p:spPr/>
        <p:txBody>
          <a:bodyPr/>
          <a:lstStyle/>
          <a:p>
            <a:fld id="{51B2758D-8EE6-4CC5-A170-BE9501D7BCFF}" type="datetime1">
              <a:rPr lang="en-US" smtClean="0"/>
              <a:t>12/4/2025</a:t>
            </a:fld>
            <a:endParaRPr lang="en-US"/>
          </a:p>
        </p:txBody>
      </p:sp>
      <p:sp>
        <p:nvSpPr>
          <p:cNvPr id="5" name="Slide Number Placeholder 4">
            <a:extLst>
              <a:ext uri="{FF2B5EF4-FFF2-40B4-BE49-F238E27FC236}">
                <a16:creationId xmlns:a16="http://schemas.microsoft.com/office/drawing/2014/main" id="{ABC0E491-56EB-F527-8A63-FBEEE6196FBD}"/>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15494639"/>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Empty">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FE9D82C-4607-0C9D-F241-D35DBEFEF4B1}"/>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B4DCFCC5-7F8E-F549-57BA-7303E9F17466}"/>
              </a:ext>
            </a:extLst>
          </p:cNvPr>
          <p:cNvSpPr>
            <a:spLocks noGrp="1"/>
          </p:cNvSpPr>
          <p:nvPr>
            <p:ph type="dt" sz="half" idx="10"/>
          </p:nvPr>
        </p:nvSpPr>
        <p:spPr/>
        <p:txBody>
          <a:bodyPr/>
          <a:lstStyle/>
          <a:p>
            <a:fld id="{0FCB484E-FEE6-4572-A5E5-40AFA2254CF8}" type="datetime1">
              <a:rPr lang="en-US" smtClean="0"/>
              <a:t>12/4/2025</a:t>
            </a:fld>
            <a:endParaRPr lang="en-US"/>
          </a:p>
        </p:txBody>
      </p:sp>
      <p:sp>
        <p:nvSpPr>
          <p:cNvPr id="5" name="Slide Number Placeholder 4">
            <a:extLst>
              <a:ext uri="{FF2B5EF4-FFF2-40B4-BE49-F238E27FC236}">
                <a16:creationId xmlns:a16="http://schemas.microsoft.com/office/drawing/2014/main" id="{457BEB6A-C028-DA7D-C516-2F1316F031A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776097247"/>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BEA7-A772-B39C-F049-D8BA2D3F4EF5}"/>
              </a:ext>
            </a:extLst>
          </p:cNvPr>
          <p:cNvSpPr>
            <a:spLocks noGrp="1"/>
          </p:cNvSpPr>
          <p:nvPr>
            <p:ph type="title"/>
          </p:nvPr>
        </p:nvSpPr>
        <p:spPr>
          <a:xfrm>
            <a:off x="449836" y="694943"/>
            <a:ext cx="3915473" cy="1325880"/>
          </a:xfrm>
        </p:spPr>
        <p:txBody>
          <a:bodyPr anchor="t"/>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0D5693C4-36AD-07F9-763E-EE5FC9DFB1AD}"/>
              </a:ext>
            </a:extLst>
          </p:cNvPr>
          <p:cNvSpPr>
            <a:spLocks noGrp="1"/>
          </p:cNvSpPr>
          <p:nvPr>
            <p:ph type="body" sz="half" idx="2"/>
          </p:nvPr>
        </p:nvSpPr>
        <p:spPr>
          <a:xfrm>
            <a:off x="433072" y="2057400"/>
            <a:ext cx="3932237" cy="417690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10FB4614-4148-D757-88D0-D93E5E1EA1A0}"/>
              </a:ext>
            </a:extLst>
          </p:cNvPr>
          <p:cNvSpPr>
            <a:spLocks noGrp="1"/>
          </p:cNvSpPr>
          <p:nvPr>
            <p:ph idx="1"/>
          </p:nvPr>
        </p:nvSpPr>
        <p:spPr>
          <a:xfrm>
            <a:off x="5183188" y="694943"/>
            <a:ext cx="6483096" cy="553936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71AADC46-B01E-DA2E-F24C-C48F5253DD00}"/>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B71A6063-F591-A804-79FE-A80AD399139E}"/>
              </a:ext>
            </a:extLst>
          </p:cNvPr>
          <p:cNvSpPr>
            <a:spLocks noGrp="1"/>
          </p:cNvSpPr>
          <p:nvPr>
            <p:ph type="dt" sz="half" idx="10"/>
          </p:nvPr>
        </p:nvSpPr>
        <p:spPr/>
        <p:txBody>
          <a:bodyPr/>
          <a:lstStyle/>
          <a:p>
            <a:fld id="{A57FC195-9048-4969-9920-6939BE28AE8D}" type="datetime1">
              <a:rPr lang="en-US" smtClean="0"/>
              <a:t>12/4/2025</a:t>
            </a:fld>
            <a:endParaRPr lang="en-US"/>
          </a:p>
        </p:txBody>
      </p:sp>
      <p:sp>
        <p:nvSpPr>
          <p:cNvPr id="7" name="Slide Number Placeholder 6">
            <a:extLst>
              <a:ext uri="{FF2B5EF4-FFF2-40B4-BE49-F238E27FC236}">
                <a16:creationId xmlns:a16="http://schemas.microsoft.com/office/drawing/2014/main" id="{4BEFF439-6DA2-A61B-C94C-BEDC2411D6CC}"/>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1275495294"/>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EFA5E-0A3D-E6AD-3C21-DC40BCDEC609}"/>
              </a:ext>
            </a:extLst>
          </p:cNvPr>
          <p:cNvSpPr>
            <a:spLocks noGrp="1"/>
          </p:cNvSpPr>
          <p:nvPr>
            <p:ph type="title"/>
          </p:nvPr>
        </p:nvSpPr>
        <p:spPr>
          <a:xfrm>
            <a:off x="419101" y="694944"/>
            <a:ext cx="3526816" cy="1711825"/>
          </a:xfrm>
        </p:spPr>
        <p:txBody>
          <a:bodyPr anchor="t"/>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7CBA8418-7980-9A18-053B-82E4F16EBD61}"/>
              </a:ext>
            </a:extLst>
          </p:cNvPr>
          <p:cNvSpPr>
            <a:spLocks noGrp="1"/>
          </p:cNvSpPr>
          <p:nvPr>
            <p:ph type="body" sz="half" idx="2"/>
          </p:nvPr>
        </p:nvSpPr>
        <p:spPr>
          <a:xfrm>
            <a:off x="425389" y="2508261"/>
            <a:ext cx="3520528" cy="372794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126F9F06-BE63-8EE7-74C5-6D0E3F9B7571}"/>
              </a:ext>
            </a:extLst>
          </p:cNvPr>
          <p:cNvSpPr>
            <a:spLocks noGrp="1"/>
          </p:cNvSpPr>
          <p:nvPr>
            <p:ph type="pic" idx="1" hasCustomPrompt="1"/>
          </p:nvPr>
        </p:nvSpPr>
        <p:spPr>
          <a:xfrm>
            <a:off x="4419600" y="533400"/>
            <a:ext cx="7239000" cy="5791199"/>
          </a:xfrm>
          <a:blipFill>
            <a:blip r:embed="rId2">
              <a:alphaModFix amt="70000"/>
            </a:blip>
            <a:stretch>
              <a:fillRect/>
            </a:stretch>
          </a:blipFill>
          <a:effectLst>
            <a:outerShdw blurRad="203200" dist="12700" dir="7800000" algn="r" rotWithShape="0">
              <a:prstClr val="black">
                <a:alpha val="10000"/>
              </a:prstClr>
            </a:outerShdw>
          </a:effectLst>
        </p:spPr>
        <p:txBody>
          <a:bodyPr vert="horz" lIns="91440" tIns="45720" rIns="91440" bIns="45720" rtlCol="0">
            <a:normAutofit/>
          </a:bodyPr>
          <a:lstStyle>
            <a:lvl1pPr marL="0" indent="0">
              <a:buNone/>
              <a:defRPr lang="en-US"/>
            </a:lvl1pPr>
          </a:lstStyle>
          <a:p>
            <a:pPr lvl="0"/>
            <a:r>
              <a:rPr lang="en-US"/>
              <a:t> </a:t>
            </a:r>
          </a:p>
        </p:txBody>
      </p:sp>
      <p:sp>
        <p:nvSpPr>
          <p:cNvPr id="6" name="Footer Placeholder 5">
            <a:extLst>
              <a:ext uri="{FF2B5EF4-FFF2-40B4-BE49-F238E27FC236}">
                <a16:creationId xmlns:a16="http://schemas.microsoft.com/office/drawing/2014/main" id="{E7F485A3-3BFA-4B57-F6E5-5F41542B7BBD}"/>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600AC9F0-6744-73C8-54FC-5C12BA7BF791}"/>
              </a:ext>
            </a:extLst>
          </p:cNvPr>
          <p:cNvSpPr>
            <a:spLocks noGrp="1"/>
          </p:cNvSpPr>
          <p:nvPr>
            <p:ph type="dt" sz="half" idx="10"/>
          </p:nvPr>
        </p:nvSpPr>
        <p:spPr/>
        <p:txBody>
          <a:bodyPr/>
          <a:lstStyle/>
          <a:p>
            <a:fld id="{8CCE6180-3A1B-4424-AB9F-671C4EBC0A2E}" type="datetime1">
              <a:rPr lang="en-US" smtClean="0"/>
              <a:t>12/4/2025</a:t>
            </a:fld>
            <a:endParaRPr lang="en-US"/>
          </a:p>
        </p:txBody>
      </p:sp>
      <p:sp>
        <p:nvSpPr>
          <p:cNvPr id="7" name="Slide Number Placeholder 6">
            <a:extLst>
              <a:ext uri="{FF2B5EF4-FFF2-40B4-BE49-F238E27FC236}">
                <a16:creationId xmlns:a16="http://schemas.microsoft.com/office/drawing/2014/main" id="{31BAB9F6-C801-466A-4C39-23DCB1CD5489}"/>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924215D5-0C4C-2E49-3A06-C65652576A64}"/>
              </a:ext>
            </a:extLst>
          </p:cNvPr>
          <p:cNvCxnSpPr>
            <a:cxnSpLocks/>
          </p:cNvCxnSpPr>
          <p:nvPr/>
        </p:nvCxnSpPr>
        <p:spPr>
          <a:xfrm>
            <a:off x="533400" y="533400"/>
            <a:ext cx="35037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0757598"/>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2336" y="541942"/>
            <a:ext cx="11256264" cy="2225185"/>
          </a:xfrm>
        </p:spPr>
        <p:txBody>
          <a:bodyPr anchor="b">
            <a:normAutofit/>
          </a:bodyPr>
          <a:lstStyle>
            <a:lvl1pPr>
              <a:defRPr sz="7200">
                <a:solidFill>
                  <a:schemeClr val="accent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099" y="3423301"/>
            <a:ext cx="11239499" cy="2901298"/>
          </a:xfrm>
        </p:spPr>
        <p:txBody>
          <a:bodyPr vert="horz" lIns="91440" tIns="45720" rIns="91440" bIns="45720" rtlCol="0">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2C22330-A382-475A-8519-6A39191EC88E}" type="datetime1">
              <a:rPr lang="en-US" smtClean="0"/>
              <a:t>12/4/2025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3" name="Straight Connector 2">
            <a:extLst>
              <a:ext uri="{FF2B5EF4-FFF2-40B4-BE49-F238E27FC236}">
                <a16:creationId xmlns:a16="http://schemas.microsoft.com/office/drawing/2014/main" id="{BFD55B63-1406-DAD2-DBAB-BD87EA2FB540}"/>
              </a:ext>
            </a:extLst>
          </p:cNvPr>
          <p:cNvCxnSpPr>
            <a:cxnSpLocks/>
          </p:cNvCxnSpPr>
          <p:nvPr/>
        </p:nvCxnSpPr>
        <p:spPr>
          <a:xfrm>
            <a:off x="533400" y="297885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06952233"/>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2336" y="1836238"/>
            <a:ext cx="11256264" cy="2512732"/>
          </a:xfrm>
        </p:spPr>
        <p:txBody>
          <a:bodyPr anchor="b">
            <a:normAutofit/>
          </a:bodyPr>
          <a:lstStyle>
            <a:lvl1pPr>
              <a:defRPr sz="7200">
                <a:solidFill>
                  <a:schemeClr val="accent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099" y="4834052"/>
            <a:ext cx="11239499" cy="1405479"/>
          </a:xfrm>
        </p:spPr>
        <p:txBody>
          <a:bodyPr vert="horz" lIns="91440" tIns="45720" rIns="91440" bIns="45720" rtlCol="0" anchor="t">
            <a:noAutofit/>
          </a:bodyPr>
          <a:lstStyle>
            <a:lvl1pPr marL="0" indent="0">
              <a:buNone/>
              <a:defRPr lang="en-US" sz="2000" dirty="0"/>
            </a:lvl1pPr>
            <a:lvl2pPr marL="457200" indent="0">
              <a:buNone/>
              <a:defRPr lang="en-US" sz="1800" dirty="0"/>
            </a:lvl2pPr>
            <a:lvl3pPr marL="914400" indent="0">
              <a:buNone/>
              <a:defRPr lang="en-US" sz="1600" dirty="0"/>
            </a:lvl3pPr>
            <a:lvl4pPr marL="1371600" indent="0">
              <a:buNone/>
              <a:defRPr lang="en-US" sz="1400" dirty="0"/>
            </a:lvl4pPr>
            <a:lvl5pPr marL="18288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E20DC0D-99C6-4F09-90C7-C0EC6E2F0A06}" type="datetime1">
              <a:rPr lang="en-US" smtClean="0"/>
              <a:t>12/4/2025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05899B98-11E6-7DB0-F79E-50A541026355}"/>
              </a:ext>
            </a:extLst>
          </p:cNvPr>
          <p:cNvCxnSpPr>
            <a:cxnSpLocks/>
          </p:cNvCxnSpPr>
          <p:nvPr/>
        </p:nvCxnSpPr>
        <p:spPr>
          <a:xfrm>
            <a:off x="533400" y="4531625"/>
            <a:ext cx="1112519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7210519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58916C8C-4316-E510-1962-E944B3382B43}"/>
              </a:ext>
            </a:extLst>
          </p:cNvPr>
          <p:cNvCxnSpPr>
            <a:cxnSpLocks/>
          </p:cNvCxnSpPr>
          <p:nvPr/>
        </p:nvCxnSpPr>
        <p:spPr>
          <a:xfrm>
            <a:off x="530352" y="5334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414983" y="691868"/>
            <a:ext cx="11243617" cy="901139"/>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417640" y="1754753"/>
            <a:ext cx="11240960" cy="441137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434857" y="6426091"/>
            <a:ext cx="4688732" cy="365125"/>
          </a:xfrm>
          <a:prstGeom prst="rect">
            <a:avLst/>
          </a:prstGeom>
        </p:spPr>
        <p:txBody>
          <a:bodyPr vert="horz" lIns="91440" tIns="45720" rIns="91440" bIns="45720" rtlCol="0" anchor="ctr"/>
          <a:lstStyle>
            <a:lvl1pPr algn="l">
              <a:defRPr sz="900">
                <a:solidFill>
                  <a:schemeClr val="tx1">
                    <a:alpha val="60000"/>
                  </a:schemeClr>
                </a:solidFill>
              </a:defRPr>
            </a:lvl1pPr>
          </a:lstStyle>
          <a:p>
            <a:r>
              <a:rPr lang="en-US"/>
              <a:t>Sample Footer Text</a:t>
            </a:r>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846205" y="6426091"/>
            <a:ext cx="3327634" cy="365125"/>
          </a:xfrm>
          <a:prstGeom prst="rect">
            <a:avLst/>
          </a:prstGeom>
        </p:spPr>
        <p:txBody>
          <a:bodyPr vert="horz" lIns="91440" tIns="45720" rIns="91440" bIns="45720" rtlCol="0" anchor="ctr"/>
          <a:lstStyle>
            <a:lvl1pPr algn="r">
              <a:defRPr sz="900">
                <a:solidFill>
                  <a:schemeClr val="tx1">
                    <a:alpha val="60000"/>
                  </a:schemeClr>
                </a:solidFill>
              </a:defRPr>
            </a:lvl1pPr>
          </a:lstStyle>
          <a:p>
            <a:fld id="{ECD290D4-E5CF-428F-801F-3741FA4FB792}" type="datetime1">
              <a:rPr lang="en-US" smtClean="0"/>
              <a:t>12/4/2025</a:t>
            </a:fld>
            <a:endParaRPr lang="en-US"/>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166187" y="6426091"/>
            <a:ext cx="603114" cy="365125"/>
          </a:xfrm>
          <a:prstGeom prst="rect">
            <a:avLst/>
          </a:prstGeom>
        </p:spPr>
        <p:txBody>
          <a:bodyPr vert="horz" lIns="91440" tIns="45720" rIns="91440" bIns="45720" rtlCol="0" anchor="ctr"/>
          <a:lstStyle>
            <a:lvl1pPr algn="r">
              <a:defRPr sz="900">
                <a:solidFill>
                  <a:schemeClr val="tx1">
                    <a:alpha val="60000"/>
                  </a:schemeClr>
                </a:solidFill>
              </a:defRPr>
            </a:lvl1pPr>
          </a:lstStyle>
          <a:p>
            <a:fld id="{DD84031F-D6BF-4677-B12E-7D8B88BA70F7}" type="slidenum">
              <a:rPr lang="en-US" smtClean="0"/>
              <a:t>‹#›</a:t>
            </a:fld>
            <a:endParaRPr lang="en-US"/>
          </a:p>
        </p:txBody>
      </p:sp>
    </p:spTree>
    <p:extLst>
      <p:ext uri="{BB962C8B-B14F-4D97-AF65-F5344CB8AC3E}">
        <p14:creationId xmlns:p14="http://schemas.microsoft.com/office/powerpoint/2010/main" val="6577327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Lst>
  <p:hf sldNum="0" hdr="0" ftr="0" dt="0"/>
  <p:txStyles>
    <p:title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84">
          <p15:clr>
            <a:srgbClr val="F26B43"/>
          </p15:clr>
        </p15:guide>
        <p15:guide id="2" pos="4128">
          <p15:clr>
            <a:srgbClr val="F26B43"/>
          </p15:clr>
        </p15:guide>
        <p15:guide id="3" pos="3456">
          <p15:clr>
            <a:srgbClr val="F26B43"/>
          </p15:clr>
        </p15:guide>
        <p15:guide id="4" pos="2784">
          <p15:clr>
            <a:srgbClr val="F26B43"/>
          </p15:clr>
        </p15:guide>
        <p15:guide id="5" pos="336">
          <p15:clr>
            <a:srgbClr val="F26B43"/>
          </p15:clr>
        </p15:guide>
        <p15:guide id="6" pos="7344">
          <p15:clr>
            <a:srgbClr val="F26B43"/>
          </p15:clr>
        </p15:guide>
        <p15:guide id="7" orient="horz" pos="336">
          <p15:clr>
            <a:srgbClr val="F26B43"/>
          </p15:clr>
        </p15:guide>
        <p15:guide id="8" pos="264">
          <p15:clr>
            <a:srgbClr val="F26B43"/>
          </p15:clr>
        </p15:guide>
        <p15:guide id="9" pos="4800">
          <p15:clr>
            <a:srgbClr val="F26B43"/>
          </p15:clr>
        </p15:guide>
        <p15:guide id="10" pos="2112">
          <p15:clr>
            <a:srgbClr val="F26B43"/>
          </p15:clr>
        </p15:guide>
        <p15:guide id="11" pos="547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7.xml"/><Relationship Id="rId1" Type="http://schemas.openxmlformats.org/officeDocument/2006/relationships/slideLayout" Target="../slideLayouts/slideLayout1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B10E9-37C9-9A72-07CE-AA74053DE893}"/>
              </a:ext>
            </a:extLst>
          </p:cNvPr>
          <p:cNvSpPr>
            <a:spLocks noGrp="1"/>
          </p:cNvSpPr>
          <p:nvPr>
            <p:ph type="ctrTitle"/>
          </p:nvPr>
        </p:nvSpPr>
        <p:spPr>
          <a:xfrm>
            <a:off x="402336" y="765750"/>
            <a:ext cx="9635668" cy="3528339"/>
          </a:xfrm>
        </p:spPr>
        <p:txBody>
          <a:bodyPr anchor="t">
            <a:normAutofit/>
          </a:bodyPr>
          <a:lstStyle/>
          <a:p>
            <a:r>
              <a:rPr lang="en-US" sz="5500"/>
              <a:t>Assessing Environmental Similarity Integration in Herb-Disease Association Prediction</a:t>
            </a:r>
          </a:p>
        </p:txBody>
      </p:sp>
      <p:sp>
        <p:nvSpPr>
          <p:cNvPr id="3" name="Subtitle 2">
            <a:extLst>
              <a:ext uri="{FF2B5EF4-FFF2-40B4-BE49-F238E27FC236}">
                <a16:creationId xmlns:a16="http://schemas.microsoft.com/office/drawing/2014/main" id="{AD6A243D-9CF1-1107-A3F7-F2D672F8862A}"/>
              </a:ext>
            </a:extLst>
          </p:cNvPr>
          <p:cNvSpPr>
            <a:spLocks noGrp="1"/>
          </p:cNvSpPr>
          <p:nvPr>
            <p:ph type="subTitle" idx="1"/>
          </p:nvPr>
        </p:nvSpPr>
        <p:spPr>
          <a:xfrm>
            <a:off x="434857" y="5184425"/>
            <a:ext cx="10575756" cy="1153220"/>
          </a:xfrm>
        </p:spPr>
        <p:txBody>
          <a:bodyPr anchor="ctr">
            <a:normAutofit/>
          </a:bodyPr>
          <a:lstStyle/>
          <a:p>
            <a:r>
              <a:rPr lang="en-US"/>
              <a:t>Combining environmental factors to enhance herbal medicine research</a:t>
            </a:r>
          </a:p>
        </p:txBody>
      </p:sp>
    </p:spTree>
    <p:extLst>
      <p:ext uri="{BB962C8B-B14F-4D97-AF65-F5344CB8AC3E}">
        <p14:creationId xmlns:p14="http://schemas.microsoft.com/office/powerpoint/2010/main" val="1019440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57631-F724-4CCC-086B-2D5A616EDC2E}"/>
              </a:ext>
            </a:extLst>
          </p:cNvPr>
          <p:cNvSpPr>
            <a:spLocks noGrp="1"/>
          </p:cNvSpPr>
          <p:nvPr>
            <p:ph type="title"/>
          </p:nvPr>
        </p:nvSpPr>
        <p:spPr>
          <a:xfrm>
            <a:off x="426997" y="3018408"/>
            <a:ext cx="8961120" cy="3247475"/>
          </a:xfrm>
        </p:spPr>
        <p:txBody>
          <a:bodyPr anchor="b">
            <a:normAutofit/>
          </a:bodyPr>
          <a:lstStyle/>
          <a:p>
            <a:r>
              <a:rPr lang="en-US"/>
              <a:t>Introduction and Background</a:t>
            </a:r>
          </a:p>
        </p:txBody>
      </p:sp>
    </p:spTree>
    <p:extLst>
      <p:ext uri="{BB962C8B-B14F-4D97-AF65-F5344CB8AC3E}">
        <p14:creationId xmlns:p14="http://schemas.microsoft.com/office/powerpoint/2010/main" val="34896471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44552-CFB1-144F-178C-5818D5E69C0B}"/>
              </a:ext>
            </a:extLst>
          </p:cNvPr>
          <p:cNvSpPr>
            <a:spLocks noGrp="1"/>
          </p:cNvSpPr>
          <p:nvPr>
            <p:ph type="title"/>
          </p:nvPr>
        </p:nvSpPr>
        <p:spPr>
          <a:xfrm>
            <a:off x="419560" y="1399734"/>
            <a:ext cx="4136461" cy="2918754"/>
          </a:xfrm>
        </p:spPr>
        <p:txBody>
          <a:bodyPr anchor="t">
            <a:normAutofit/>
          </a:bodyPr>
          <a:lstStyle/>
          <a:p>
            <a:r>
              <a:rPr lang="en-US"/>
              <a:t>Background &amp; Motivation</a:t>
            </a:r>
          </a:p>
        </p:txBody>
      </p:sp>
      <p:graphicFrame>
        <p:nvGraphicFramePr>
          <p:cNvPr id="7" name="Content Placeholder 2">
            <a:extLst>
              <a:ext uri="{FF2B5EF4-FFF2-40B4-BE49-F238E27FC236}">
                <a16:creationId xmlns:a16="http://schemas.microsoft.com/office/drawing/2014/main" id="{E77ABD1B-85DA-9D92-D81A-74D4073D6C73}"/>
              </a:ext>
            </a:extLst>
          </p:cNvPr>
          <p:cNvGraphicFramePr>
            <a:graphicFrameLocks noGrp="1"/>
          </p:cNvGraphicFrame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5103780" y="1398419"/>
          <a:ext cx="6250020" cy="411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6777003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031AC-D34F-BF26-C665-3163EBB49C9E}"/>
              </a:ext>
            </a:extLst>
          </p:cNvPr>
          <p:cNvSpPr>
            <a:spLocks noGrp="1"/>
          </p:cNvSpPr>
          <p:nvPr>
            <p:ph type="title"/>
          </p:nvPr>
        </p:nvSpPr>
        <p:spPr>
          <a:xfrm>
            <a:off x="422400" y="435785"/>
            <a:ext cx="4268573" cy="2918754"/>
          </a:xfrm>
        </p:spPr>
        <p:txBody>
          <a:bodyPr anchor="t">
            <a:normAutofit/>
          </a:bodyPr>
          <a:lstStyle/>
          <a:p>
            <a:r>
              <a:rPr lang="en-US"/>
              <a:t>Research Objectives</a:t>
            </a:r>
          </a:p>
        </p:txBody>
      </p:sp>
      <p:sp>
        <p:nvSpPr>
          <p:cNvPr id="3" name="Content Placeholder 2">
            <a:extLst>
              <a:ext uri="{FF2B5EF4-FFF2-40B4-BE49-F238E27FC236}">
                <a16:creationId xmlns:a16="http://schemas.microsoft.com/office/drawing/2014/main" id="{F2CAB619-3514-A77B-97A3-2E274C5CFF9F}"/>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91452" y="743106"/>
            <a:ext cx="6277070" cy="5312987"/>
          </a:xfrm>
        </p:spPr>
        <p:txBody>
          <a:bodyPr>
            <a:normAutofit/>
          </a:bodyPr>
          <a:lstStyle/>
          <a:p>
            <a:pPr marL="0" indent="0">
              <a:spcBef>
                <a:spcPts val="2500"/>
              </a:spcBef>
              <a:buFont typeface="Arial" panose="020B0604020202020204" pitchFamily="34" charset="0"/>
              <a:buNone/>
            </a:pPr>
            <a:r>
              <a:rPr lang="en-US" b="1"/>
              <a:t>Climate-based Model Extension</a:t>
            </a:r>
          </a:p>
          <a:p>
            <a:pPr marL="0" lvl="1" indent="0">
              <a:buFont typeface="Arial" panose="020B0604020202020204" pitchFamily="34" charset="0"/>
              <a:buNone/>
            </a:pPr>
            <a:r>
              <a:t>The framework is extended to include climate-based environmental similarity measures for improved modeling.</a:t>
            </a:r>
            <a:endParaRPr lang="en-US"/>
          </a:p>
          <a:p>
            <a:pPr marL="0" indent="0">
              <a:spcBef>
                <a:spcPts val="2500"/>
              </a:spcBef>
              <a:buFont typeface="Arial" panose="020B0604020202020204" pitchFamily="34" charset="0"/>
              <a:buNone/>
            </a:pPr>
            <a:r>
              <a:rPr lang="en-US" b="1"/>
              <a:t>Pipeline Development</a:t>
            </a:r>
          </a:p>
          <a:p>
            <a:pPr marL="0" lvl="1" indent="0">
              <a:buFont typeface="Arial" panose="020B0604020202020204" pitchFamily="34" charset="0"/>
              <a:buNone/>
            </a:pPr>
            <a:r>
              <a:t>A reproducible pipeline is developed to systematically integrate environmental and biochemical data sources.</a:t>
            </a:r>
            <a:endParaRPr lang="en-US"/>
          </a:p>
          <a:p>
            <a:pPr marL="0" indent="0">
              <a:spcBef>
                <a:spcPts val="2500"/>
              </a:spcBef>
              <a:buFont typeface="Arial" panose="020B0604020202020204" pitchFamily="34" charset="0"/>
              <a:buNone/>
            </a:pPr>
            <a:r>
              <a:rPr lang="en-US" b="1"/>
              <a:t>Kernel Engineering</a:t>
            </a:r>
          </a:p>
          <a:p>
            <a:pPr marL="0" lvl="1" indent="0">
              <a:buFont typeface="Arial" panose="020B0604020202020204" pitchFamily="34" charset="0"/>
              <a:buNone/>
            </a:pPr>
            <a:r>
              <a:t>A climate similarity kernel is engineered based on Köppen-Geiger classifications to quantify environmental likeness.</a:t>
            </a:r>
            <a:endParaRPr lang="en-US"/>
          </a:p>
          <a:p>
            <a:pPr marL="0" indent="0">
              <a:spcBef>
                <a:spcPts val="2500"/>
              </a:spcBef>
              <a:buFont typeface="Arial" panose="020B0604020202020204" pitchFamily="34" charset="0"/>
              <a:buNone/>
            </a:pPr>
            <a:r>
              <a:rPr lang="en-US" b="1"/>
              <a:t>Fusion and Performance Assessment</a:t>
            </a:r>
          </a:p>
          <a:p>
            <a:pPr marL="0" lvl="1" indent="0">
              <a:buFont typeface="Arial" panose="020B0604020202020204" pitchFamily="34" charset="0"/>
              <a:buNone/>
            </a:pPr>
            <a:r>
              <a:t>Fusion strategies combine environmental and biochemical kernels, with predictive improvements assessed.</a:t>
            </a:r>
            <a:endParaRPr lang="en-US"/>
          </a:p>
        </p:txBody>
      </p:sp>
    </p:spTree>
    <p:extLst>
      <p:ext uri="{BB962C8B-B14F-4D97-AF65-F5344CB8AC3E}">
        <p14:creationId xmlns:p14="http://schemas.microsoft.com/office/powerpoint/2010/main" val="18818176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39B8D-90DE-D158-FA6C-EDC68D73E45F}"/>
              </a:ext>
            </a:extLst>
          </p:cNvPr>
          <p:cNvSpPr>
            <a:spLocks noGrp="1"/>
          </p:cNvSpPr>
          <p:nvPr>
            <p:ph type="title"/>
          </p:nvPr>
        </p:nvSpPr>
        <p:spPr>
          <a:xfrm>
            <a:off x="426997" y="3018408"/>
            <a:ext cx="8961120" cy="3247475"/>
          </a:xfrm>
        </p:spPr>
        <p:txBody>
          <a:bodyPr anchor="b">
            <a:normAutofit/>
          </a:bodyPr>
          <a:lstStyle/>
          <a:p>
            <a:r>
              <a:rPr lang="en-US" sz="6100"/>
              <a:t>HDAPM-NCP Framework and Environmental Integration</a:t>
            </a:r>
          </a:p>
        </p:txBody>
      </p:sp>
    </p:spTree>
    <p:extLst>
      <p:ext uri="{BB962C8B-B14F-4D97-AF65-F5344CB8AC3E}">
        <p14:creationId xmlns:p14="http://schemas.microsoft.com/office/powerpoint/2010/main" val="10977636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85F83-32D6-4BE4-1FE5-BD9763B9C009}"/>
              </a:ext>
            </a:extLst>
          </p:cNvPr>
          <p:cNvSpPr>
            <a:spLocks noGrp="1"/>
          </p:cNvSpPr>
          <p:nvPr>
            <p:ph type="title"/>
          </p:nvPr>
        </p:nvSpPr>
        <p:spPr>
          <a:xfrm>
            <a:off x="422400" y="435785"/>
            <a:ext cx="4268573" cy="2918754"/>
          </a:xfrm>
        </p:spPr>
        <p:txBody>
          <a:bodyPr anchor="t">
            <a:normAutofit/>
          </a:bodyPr>
          <a:lstStyle/>
          <a:p>
            <a:r>
              <a:rPr lang="en-US"/>
              <a:t>HDAPM-NCP Framework Overview</a:t>
            </a:r>
          </a:p>
        </p:txBody>
      </p:sp>
      <p:sp>
        <p:nvSpPr>
          <p:cNvPr id="3" name="Content Placeholder 2">
            <a:extLst>
              <a:ext uri="{FF2B5EF4-FFF2-40B4-BE49-F238E27FC236}">
                <a16:creationId xmlns:a16="http://schemas.microsoft.com/office/drawing/2014/main" id="{0FEB8439-B519-561D-1123-8E17D3335977}"/>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91452" y="743106"/>
            <a:ext cx="6277070" cy="5312987"/>
          </a:xfrm>
        </p:spPr>
        <p:txBody>
          <a:bodyPr>
            <a:normAutofit/>
          </a:bodyPr>
          <a:lstStyle/>
          <a:p>
            <a:pPr marL="0" indent="0">
              <a:spcBef>
                <a:spcPts val="2500"/>
              </a:spcBef>
              <a:buFont typeface="Arial" panose="020B0604020202020204" pitchFamily="34" charset="0"/>
              <a:buNone/>
            </a:pPr>
            <a:r>
              <a:rPr lang="en-US" b="1"/>
              <a:t>Input Data Matrices</a:t>
            </a:r>
          </a:p>
          <a:p>
            <a:pPr marL="0" lvl="1" indent="0">
              <a:buFont typeface="Arial" panose="020B0604020202020204" pitchFamily="34" charset="0"/>
              <a:buNone/>
            </a:pPr>
            <a:r>
              <a:t>The framework uses herb similarity, disease similarity, and herb-disease adjacency matrices as input data for prediction.</a:t>
            </a:r>
            <a:endParaRPr lang="en-US"/>
          </a:p>
          <a:p>
            <a:pPr marL="0" indent="0">
              <a:spcBef>
                <a:spcPts val="2500"/>
              </a:spcBef>
              <a:buFont typeface="Arial" panose="020B0604020202020204" pitchFamily="34" charset="0"/>
              <a:buNone/>
            </a:pPr>
            <a:r>
              <a:rPr lang="en-US" b="1"/>
              <a:t>Network Similarity Projection</a:t>
            </a:r>
          </a:p>
          <a:p>
            <a:pPr marL="0" lvl="1" indent="0">
              <a:buFont typeface="Arial" panose="020B0604020202020204" pitchFamily="34" charset="0"/>
              <a:buNone/>
            </a:pPr>
            <a:r>
              <a:t>NSP algorithm propagates known herb-disease links through similarity networks to infer new associations accurately.</a:t>
            </a:r>
            <a:endParaRPr lang="en-US"/>
          </a:p>
          <a:p>
            <a:pPr marL="0" indent="0">
              <a:spcBef>
                <a:spcPts val="2500"/>
              </a:spcBef>
              <a:buFont typeface="Arial" panose="020B0604020202020204" pitchFamily="34" charset="0"/>
              <a:buNone/>
            </a:pPr>
            <a:r>
              <a:rPr lang="en-US" b="1"/>
              <a:t>Normalization and Scoring</a:t>
            </a:r>
          </a:p>
          <a:p>
            <a:pPr marL="0" lvl="1" indent="0">
              <a:buFont typeface="Arial" panose="020B0604020202020204" pitchFamily="34" charset="0"/>
              <a:buNone/>
            </a:pPr>
            <a:r>
              <a:t>The formula ensures row and column normalization to produce a final score matrix predicting herb-disease associations.</a:t>
            </a:r>
            <a:endParaRPr lang="en-US"/>
          </a:p>
          <a:p>
            <a:pPr marL="0" indent="0">
              <a:spcBef>
                <a:spcPts val="2500"/>
              </a:spcBef>
              <a:buFont typeface="Arial" panose="020B0604020202020204" pitchFamily="34" charset="0"/>
              <a:buNone/>
            </a:pPr>
            <a:r>
              <a:rPr lang="en-US" b="1"/>
              <a:t>Predictive Performance</a:t>
            </a:r>
          </a:p>
          <a:p>
            <a:pPr marL="0" lvl="1" indent="0">
              <a:buFont typeface="Arial" panose="020B0604020202020204" pitchFamily="34" charset="0"/>
              <a:buNone/>
            </a:pPr>
            <a:r>
              <a:t>The baseline model demonstrates high accuracy in predicting associations using biochemical and network data alone.</a:t>
            </a:r>
            <a:endParaRPr lang="en-US"/>
          </a:p>
        </p:txBody>
      </p:sp>
    </p:spTree>
    <p:extLst>
      <p:ext uri="{BB962C8B-B14F-4D97-AF65-F5344CB8AC3E}">
        <p14:creationId xmlns:p14="http://schemas.microsoft.com/office/powerpoint/2010/main" val="40047221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3BF07-40D6-B894-ED92-B36D6A77C10F}"/>
              </a:ext>
            </a:extLst>
          </p:cNvPr>
          <p:cNvSpPr>
            <a:spLocks noGrp="1"/>
          </p:cNvSpPr>
          <p:nvPr>
            <p:ph type="title"/>
          </p:nvPr>
        </p:nvSpPr>
        <p:spPr>
          <a:xfrm>
            <a:off x="422400" y="435785"/>
            <a:ext cx="4268573" cy="2918754"/>
          </a:xfrm>
        </p:spPr>
        <p:txBody>
          <a:bodyPr anchor="t">
            <a:normAutofit/>
          </a:bodyPr>
          <a:lstStyle/>
          <a:p>
            <a:r>
              <a:rPr lang="en-US"/>
              <a:t>Environmental Data Integration Pipeline</a:t>
            </a:r>
          </a:p>
        </p:txBody>
      </p:sp>
      <p:sp>
        <p:nvSpPr>
          <p:cNvPr id="3" name="Content Placeholder 2">
            <a:extLst>
              <a:ext uri="{FF2B5EF4-FFF2-40B4-BE49-F238E27FC236}">
                <a16:creationId xmlns:a16="http://schemas.microsoft.com/office/drawing/2014/main" id="{C6EE97FB-E271-4B1E-4B83-499B49B5E558}"/>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91452" y="743106"/>
            <a:ext cx="6277070" cy="5312987"/>
          </a:xfrm>
        </p:spPr>
        <p:txBody>
          <a:bodyPr>
            <a:normAutofit/>
          </a:bodyPr>
          <a:lstStyle/>
          <a:p>
            <a:pPr marL="0" indent="0">
              <a:spcBef>
                <a:spcPts val="2500"/>
              </a:spcBef>
              <a:buFont typeface="Arial" panose="020B0604020202020204" pitchFamily="34" charset="0"/>
              <a:buNone/>
            </a:pPr>
            <a:r>
              <a:rPr lang="en-US" b="1"/>
              <a:t>Data Collection and Mapping</a:t>
            </a:r>
          </a:p>
          <a:p>
            <a:pPr marL="0" lvl="1" indent="0">
              <a:buFont typeface="Arial" panose="020B0604020202020204" pitchFamily="34" charset="0"/>
              <a:buNone/>
            </a:pPr>
            <a:r>
              <a:t>Herb occurrence data is harvested and mapped to climate zones using Köppen-Geiger codes for precise environmental context.</a:t>
            </a:r>
            <a:endParaRPr lang="en-US"/>
          </a:p>
          <a:p>
            <a:pPr marL="0" indent="0">
              <a:spcBef>
                <a:spcPts val="2500"/>
              </a:spcBef>
              <a:buFont typeface="Arial" panose="020B0604020202020204" pitchFamily="34" charset="0"/>
              <a:buNone/>
            </a:pPr>
            <a:r>
              <a:rPr lang="en-US" b="1"/>
              <a:t>Climate Vector Construction</a:t>
            </a:r>
          </a:p>
          <a:p>
            <a:pPr marL="0" lvl="1" indent="0">
              <a:buFont typeface="Arial" panose="020B0604020202020204" pitchFamily="34" charset="0"/>
              <a:buNone/>
            </a:pPr>
            <a:r>
              <a:t>Frequency distributions of climate zones per herb are constructed into climate vectors for environmental similarity analysis.</a:t>
            </a:r>
            <a:endParaRPr lang="en-US"/>
          </a:p>
          <a:p>
            <a:pPr marL="0" indent="0">
              <a:spcBef>
                <a:spcPts val="2500"/>
              </a:spcBef>
              <a:buFont typeface="Arial" panose="020B0604020202020204" pitchFamily="34" charset="0"/>
              <a:buNone/>
            </a:pPr>
            <a:r>
              <a:rPr lang="en-US" b="1"/>
              <a:t>Kernel Fusion and Similarity</a:t>
            </a:r>
          </a:p>
          <a:p>
            <a:pPr marL="0" lvl="1" indent="0">
              <a:buFont typeface="Arial" panose="020B0604020202020204" pitchFamily="34" charset="0"/>
              <a:buNone/>
            </a:pPr>
            <a:r>
              <a:t>Climate kernel is fused with biochemical kernel using weighted averaging; similarity is computed via cosine similarity.</a:t>
            </a:r>
            <a:endParaRPr lang="en-US"/>
          </a:p>
          <a:p>
            <a:pPr marL="0" indent="0">
              <a:spcBef>
                <a:spcPts val="2500"/>
              </a:spcBef>
              <a:buFont typeface="Arial" panose="020B0604020202020204" pitchFamily="34" charset="0"/>
              <a:buNone/>
            </a:pPr>
            <a:r>
              <a:rPr lang="en-US" b="1"/>
              <a:t>Parameter Evaluation</a:t>
            </a:r>
          </a:p>
          <a:p>
            <a:pPr marL="0" lvl="1" indent="0">
              <a:buFont typeface="Arial" panose="020B0604020202020204" pitchFamily="34" charset="0"/>
              <a:buNone/>
            </a:pPr>
            <a:r>
              <a:t>Parameter sweeps across alpha values test the impact of integrating environmental data for network prediction accuracy.</a:t>
            </a:r>
            <a:endParaRPr lang="en-US"/>
          </a:p>
        </p:txBody>
      </p:sp>
    </p:spTree>
    <p:extLst>
      <p:ext uri="{BB962C8B-B14F-4D97-AF65-F5344CB8AC3E}">
        <p14:creationId xmlns:p14="http://schemas.microsoft.com/office/powerpoint/2010/main" val="22604785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65B59-A2E2-2C28-C457-10A1147265C5}"/>
              </a:ext>
            </a:extLst>
          </p:cNvPr>
          <p:cNvSpPr>
            <a:spLocks noGrp="1"/>
          </p:cNvSpPr>
          <p:nvPr>
            <p:ph type="title"/>
          </p:nvPr>
        </p:nvSpPr>
        <p:spPr>
          <a:xfrm>
            <a:off x="426997" y="3018408"/>
            <a:ext cx="8961120" cy="3247475"/>
          </a:xfrm>
        </p:spPr>
        <p:txBody>
          <a:bodyPr anchor="b">
            <a:normAutofit/>
          </a:bodyPr>
          <a:lstStyle/>
          <a:p>
            <a:r>
              <a:rPr lang="en-US"/>
              <a:t>Evaluation and Results</a:t>
            </a:r>
          </a:p>
        </p:txBody>
      </p:sp>
    </p:spTree>
    <p:extLst>
      <p:ext uri="{BB962C8B-B14F-4D97-AF65-F5344CB8AC3E}">
        <p14:creationId xmlns:p14="http://schemas.microsoft.com/office/powerpoint/2010/main" val="33147605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C9BA1-67BC-E8C1-6093-12E2303D9E31}"/>
              </a:ext>
            </a:extLst>
          </p:cNvPr>
          <p:cNvSpPr>
            <a:spLocks noGrp="1"/>
          </p:cNvSpPr>
          <p:nvPr>
            <p:ph type="title"/>
          </p:nvPr>
        </p:nvSpPr>
        <p:spPr>
          <a:xfrm>
            <a:off x="422400" y="435785"/>
            <a:ext cx="4268573" cy="2918754"/>
          </a:xfrm>
        </p:spPr>
        <p:txBody>
          <a:bodyPr anchor="t">
            <a:normAutofit/>
          </a:bodyPr>
          <a:lstStyle/>
          <a:p>
            <a:r>
              <a:rPr lang="en-US"/>
              <a:t>Evaluation Metrics and Experimental Design</a:t>
            </a:r>
          </a:p>
        </p:txBody>
      </p:sp>
      <p:sp>
        <p:nvSpPr>
          <p:cNvPr id="3" name="Content Placeholder 2">
            <a:extLst>
              <a:ext uri="{FF2B5EF4-FFF2-40B4-BE49-F238E27FC236}">
                <a16:creationId xmlns:a16="http://schemas.microsoft.com/office/drawing/2014/main" id="{14EF4CD0-EE51-15C7-8490-9B3DDA53FA75}"/>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91452" y="743106"/>
            <a:ext cx="6277070" cy="5312987"/>
          </a:xfrm>
        </p:spPr>
        <p:txBody>
          <a:bodyPr>
            <a:normAutofit/>
          </a:bodyPr>
          <a:lstStyle/>
          <a:p>
            <a:pPr marL="0" indent="0">
              <a:spcBef>
                <a:spcPts val="2500"/>
              </a:spcBef>
              <a:buFont typeface="Arial" panose="020B0604020202020204" pitchFamily="34" charset="0"/>
              <a:buNone/>
            </a:pPr>
            <a:r>
              <a:rPr lang="en-US" b="1"/>
              <a:t>Performance Metrics</a:t>
            </a:r>
          </a:p>
          <a:p>
            <a:pPr marL="0" lvl="1" indent="0">
              <a:buFont typeface="Arial" panose="020B0604020202020204" pitchFamily="34" charset="0"/>
              <a:buNone/>
            </a:pPr>
            <a:r>
              <a:t>AUROC, AUPR, and Average Precision assess model ranking ability and precision, especially with class imbalance.</a:t>
            </a:r>
            <a:endParaRPr lang="en-US"/>
          </a:p>
          <a:p>
            <a:pPr marL="0" indent="0">
              <a:spcBef>
                <a:spcPts val="2500"/>
              </a:spcBef>
              <a:buFont typeface="Arial" panose="020B0604020202020204" pitchFamily="34" charset="0"/>
              <a:buNone/>
            </a:pPr>
            <a:r>
              <a:rPr lang="en-US" b="1"/>
              <a:t>Dataset Composition</a:t>
            </a:r>
          </a:p>
          <a:p>
            <a:pPr marL="0" lvl="1" indent="0">
              <a:buFont typeface="Arial" panose="020B0604020202020204" pitchFamily="34" charset="0"/>
              <a:buNone/>
            </a:pPr>
            <a:r>
              <a:t>The dataset consists of 3,106 positive and 4,494 negative herb-disease associations used for model evaluation.</a:t>
            </a:r>
            <a:endParaRPr lang="en-US"/>
          </a:p>
          <a:p>
            <a:pPr marL="0" indent="0">
              <a:spcBef>
                <a:spcPts val="2500"/>
              </a:spcBef>
              <a:buFont typeface="Arial" panose="020B0604020202020204" pitchFamily="34" charset="0"/>
              <a:buNone/>
            </a:pPr>
            <a:r>
              <a:rPr lang="en-US" b="1"/>
              <a:t>Model Comparison</a:t>
            </a:r>
          </a:p>
          <a:p>
            <a:pPr marL="0" lvl="1" indent="0">
              <a:buFont typeface="Arial" panose="020B0604020202020204" pitchFamily="34" charset="0"/>
              <a:buNone/>
            </a:pPr>
            <a:r>
              <a:t>Experiments compare baseline biochemical kernel models with climate-integrated models using various fusion weights.</a:t>
            </a:r>
            <a:endParaRPr lang="en-US"/>
          </a:p>
          <a:p>
            <a:pPr marL="0" indent="0">
              <a:spcBef>
                <a:spcPts val="2500"/>
              </a:spcBef>
              <a:buFont typeface="Arial" panose="020B0604020202020204" pitchFamily="34" charset="0"/>
              <a:buNone/>
            </a:pPr>
            <a:r>
              <a:rPr lang="en-US" b="1"/>
              <a:t>Network Topology Analysis</a:t>
            </a:r>
          </a:p>
          <a:p>
            <a:pPr marL="0" lvl="1" indent="0">
              <a:buFont typeface="Arial" panose="020B0604020202020204" pitchFamily="34" charset="0"/>
              <a:buNone/>
            </a:pPr>
            <a:r>
              <a:t>Network topology metrics reveal structural changes introduced by climate similarity in the analyzed models.</a:t>
            </a:r>
            <a:endParaRPr lang="en-US"/>
          </a:p>
        </p:txBody>
      </p:sp>
    </p:spTree>
    <p:extLst>
      <p:ext uri="{BB962C8B-B14F-4D97-AF65-F5344CB8AC3E}">
        <p14:creationId xmlns:p14="http://schemas.microsoft.com/office/powerpoint/2010/main" val="23907326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4028C-A973-AF0D-95B5-28741CA1D4D3}"/>
              </a:ext>
            </a:extLst>
          </p:cNvPr>
          <p:cNvSpPr>
            <a:spLocks noGrp="1"/>
          </p:cNvSpPr>
          <p:nvPr>
            <p:ph type="title"/>
          </p:nvPr>
        </p:nvSpPr>
        <p:spPr>
          <a:xfrm>
            <a:off x="399679" y="332308"/>
            <a:ext cx="11253667" cy="909921"/>
          </a:xfrm>
        </p:spPr>
        <p:txBody>
          <a:bodyPr anchor="b">
            <a:normAutofit/>
          </a:bodyPr>
          <a:lstStyle/>
          <a:p>
            <a:r>
              <a:rPr lang="en-US"/>
              <a:t>Results and Network Restructuring</a:t>
            </a:r>
          </a:p>
        </p:txBody>
      </p:sp>
      <p:graphicFrame>
        <p:nvGraphicFramePr>
          <p:cNvPr id="5" name="Content Placeholder 4">
            <a:extLst>
              <a:ext uri="{FF2B5EF4-FFF2-40B4-BE49-F238E27FC236}">
                <a16:creationId xmlns:a16="http://schemas.microsoft.com/office/drawing/2014/main" id="{EB5130BD-97E4-45CE-BE0D-987F5DF19A0C}"/>
              </a:ext>
            </a:extLst>
          </p:cNvPr>
          <p:cNvGraphicFramePr>
            <a:graphicFrameLocks noGrp="1"/>
          </p:cNvGraphicFramePr>
          <p:nvPr>
            <p:ph idx="1"/>
          </p:nvPr>
        </p:nvGraphicFramePr>
        <p:xfrm>
          <a:off x="402336" y="1998516"/>
          <a:ext cx="11253669" cy="3681594"/>
        </p:xfrm>
        <a:graphic>
          <a:graphicData uri="http://schemas.openxmlformats.org/drawingml/2006/table">
            <a:tbl>
              <a:tblPr firstRow="1" bandRow="1">
                <a:noFill/>
                <a:tableStyleId>{5C22544A-7EE6-4342-B048-85BDC9FD1C3A}</a:tableStyleId>
              </a:tblPr>
              <a:tblGrid>
                <a:gridCol w="2188912">
                  <a:extLst>
                    <a:ext uri="{9D8B030D-6E8A-4147-A177-3AD203B41FA5}">
                      <a16:colId xmlns:a16="http://schemas.microsoft.com/office/drawing/2014/main" val="762330726"/>
                    </a:ext>
                  </a:extLst>
                </a:gridCol>
                <a:gridCol w="1917497">
                  <a:extLst>
                    <a:ext uri="{9D8B030D-6E8A-4147-A177-3AD203B41FA5}">
                      <a16:colId xmlns:a16="http://schemas.microsoft.com/office/drawing/2014/main" val="1771309366"/>
                    </a:ext>
                  </a:extLst>
                </a:gridCol>
                <a:gridCol w="2372367">
                  <a:extLst>
                    <a:ext uri="{9D8B030D-6E8A-4147-A177-3AD203B41FA5}">
                      <a16:colId xmlns:a16="http://schemas.microsoft.com/office/drawing/2014/main" val="807535272"/>
                    </a:ext>
                  </a:extLst>
                </a:gridCol>
                <a:gridCol w="2073309">
                  <a:extLst>
                    <a:ext uri="{9D8B030D-6E8A-4147-A177-3AD203B41FA5}">
                      <a16:colId xmlns:a16="http://schemas.microsoft.com/office/drawing/2014/main" val="2324819597"/>
                    </a:ext>
                  </a:extLst>
                </a:gridCol>
                <a:gridCol w="2701584">
                  <a:extLst>
                    <a:ext uri="{9D8B030D-6E8A-4147-A177-3AD203B41FA5}">
                      <a16:colId xmlns:a16="http://schemas.microsoft.com/office/drawing/2014/main" val="45531539"/>
                    </a:ext>
                  </a:extLst>
                </a:gridCol>
              </a:tblGrid>
              <a:tr h="1264191">
                <a:tc>
                  <a:txBody>
                    <a:bodyPr/>
                    <a:lstStyle/>
                    <a:p>
                      <a:pPr>
                        <a:buNone/>
                      </a:pPr>
                      <a:r>
                        <a:rPr lang="en-US" sz="2500" b="1" cap="all" spc="150">
                          <a:solidFill>
                            <a:schemeClr val="tx1"/>
                          </a:solidFill>
                        </a:rPr>
                        <a:t>Model</a:t>
                      </a:r>
                    </a:p>
                  </a:txBody>
                  <a:tcPr marL="217132" marR="217132" marT="217132" marB="217132"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2500" b="1" cap="all" spc="150">
                          <a:solidFill>
                            <a:schemeClr val="tx1"/>
                          </a:solidFill>
                        </a:rPr>
                        <a:t>Alpha</a:t>
                      </a:r>
                    </a:p>
                  </a:txBody>
                  <a:tcPr marL="217132" marR="217132" marT="217132" marB="217132"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2500" b="1" cap="all" spc="150">
                          <a:solidFill>
                            <a:schemeClr val="tx1"/>
                          </a:solidFill>
                        </a:rPr>
                        <a:t>ROC AUC</a:t>
                      </a:r>
                    </a:p>
                  </a:txBody>
                  <a:tcPr marL="217132" marR="217132" marT="217132" marB="217132"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2500" b="1" cap="all" spc="150">
                          <a:solidFill>
                            <a:schemeClr val="tx1"/>
                          </a:solidFill>
                        </a:rPr>
                        <a:t>PR AUC</a:t>
                      </a:r>
                    </a:p>
                  </a:txBody>
                  <a:tcPr marL="217132" marR="217132" marT="217132" marB="217132"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2500" b="1" cap="all" spc="150">
                          <a:solidFill>
                            <a:schemeClr val="tx1"/>
                          </a:solidFill>
                        </a:rPr>
                        <a:t>Avg Precision</a:t>
                      </a:r>
                    </a:p>
                  </a:txBody>
                  <a:tcPr marL="217132" marR="217132" marT="217132" marB="217132" anchor="ctr">
                    <a:lnL w="12700" cmpd="sng">
                      <a:noFill/>
                    </a:lnL>
                    <a:lnR w="12700" cmpd="sng">
                      <a:noFill/>
                    </a:lnR>
                    <a:lnT w="6350" cap="flat" cmpd="sng" algn="ctr">
                      <a:noFill/>
                      <a:prstDash val="solid"/>
                    </a:lnT>
                    <a:lnB w="6350" cap="flat" cmpd="sng" algn="ctr">
                      <a:noFill/>
                      <a:prstDash val="solid"/>
                    </a:lnB>
                    <a:solidFill>
                      <a:schemeClr val="accent1"/>
                    </a:solidFill>
                  </a:tcPr>
                </a:tc>
                <a:extLst>
                  <a:ext uri="{0D108BD9-81ED-4DB2-BD59-A6C34878D82A}">
                    <a16:rowId xmlns:a16="http://schemas.microsoft.com/office/drawing/2014/main" val="3638201137"/>
                  </a:ext>
                </a:extLst>
              </a:tr>
              <a:tr h="805801">
                <a:tc>
                  <a:txBody>
                    <a:bodyPr/>
                    <a:lstStyle/>
                    <a:p>
                      <a:pPr>
                        <a:buNone/>
                      </a:pPr>
                      <a:r>
                        <a:rPr lang="en-US" sz="2100" b="1" cap="none" spc="0">
                          <a:solidFill>
                            <a:schemeClr val="tx1"/>
                          </a:solidFill>
                        </a:rPr>
                        <a:t>Baseline</a:t>
                      </a:r>
                    </a:p>
                  </a:txBody>
                  <a:tcPr marL="217132" marR="217132" marT="217132" marB="217132"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2100" cap="none" spc="0">
                          <a:solidFill>
                            <a:schemeClr val="tx1"/>
                          </a:solidFill>
                        </a:rPr>
                        <a:t>—</a:t>
                      </a:r>
                    </a:p>
                  </a:txBody>
                  <a:tcPr marL="217132" marR="217132" marT="217132" marB="217132"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2100" cap="none" spc="0">
                          <a:solidFill>
                            <a:schemeClr val="tx1"/>
                          </a:solidFill>
                        </a:rPr>
                        <a:t>0.93220</a:t>
                      </a:r>
                    </a:p>
                  </a:txBody>
                  <a:tcPr marL="217132" marR="217132" marT="217132" marB="217132"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2100" cap="none" spc="0">
                          <a:solidFill>
                            <a:schemeClr val="tx1"/>
                          </a:solidFill>
                        </a:rPr>
                        <a:t>0.90331</a:t>
                      </a:r>
                    </a:p>
                  </a:txBody>
                  <a:tcPr marL="217132" marR="217132" marT="217132" marB="217132"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2100" cap="none" spc="0">
                          <a:solidFill>
                            <a:schemeClr val="tx1"/>
                          </a:solidFill>
                        </a:rPr>
                        <a:t>0.90332</a:t>
                      </a:r>
                    </a:p>
                  </a:txBody>
                  <a:tcPr marL="217132" marR="217132" marT="217132" marB="217132"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2473985557"/>
                  </a:ext>
                </a:extLst>
              </a:tr>
              <a:tr h="805801">
                <a:tc>
                  <a:txBody>
                    <a:bodyPr/>
                    <a:lstStyle/>
                    <a:p>
                      <a:pPr>
                        <a:buNone/>
                      </a:pPr>
                      <a:r>
                        <a:rPr lang="en-US" sz="2100" b="1" cap="none" spc="0">
                          <a:solidFill>
                            <a:schemeClr val="tx1"/>
                          </a:solidFill>
                        </a:rPr>
                        <a:t>Climate-only</a:t>
                      </a:r>
                    </a:p>
                  </a:txBody>
                  <a:tcPr marL="217132" marR="217132" marT="217132" marB="21713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100" cap="none" spc="0">
                          <a:solidFill>
                            <a:schemeClr val="tx1"/>
                          </a:solidFill>
                        </a:rPr>
                        <a:t>—</a:t>
                      </a:r>
                    </a:p>
                  </a:txBody>
                  <a:tcPr marL="217132" marR="217132" marT="217132" marB="21713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100" cap="none" spc="0">
                          <a:solidFill>
                            <a:schemeClr val="tx1"/>
                          </a:solidFill>
                        </a:rPr>
                        <a:t>0.93163</a:t>
                      </a:r>
                    </a:p>
                  </a:txBody>
                  <a:tcPr marL="217132" marR="217132" marT="217132" marB="21713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100" cap="none" spc="0">
                          <a:solidFill>
                            <a:schemeClr val="tx1"/>
                          </a:solidFill>
                        </a:rPr>
                        <a:t>0.90234</a:t>
                      </a:r>
                    </a:p>
                  </a:txBody>
                  <a:tcPr marL="217132" marR="217132" marT="217132" marB="21713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100" cap="none" spc="0">
                          <a:solidFill>
                            <a:schemeClr val="tx1"/>
                          </a:solidFill>
                        </a:rPr>
                        <a:t>0.90236</a:t>
                      </a:r>
                    </a:p>
                  </a:txBody>
                  <a:tcPr marL="217132" marR="217132" marT="217132" marB="21713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820249459"/>
                  </a:ext>
                </a:extLst>
              </a:tr>
              <a:tr h="805801">
                <a:tc>
                  <a:txBody>
                    <a:bodyPr/>
                    <a:lstStyle/>
                    <a:p>
                      <a:pPr>
                        <a:buNone/>
                      </a:pPr>
                      <a:r>
                        <a:rPr lang="en-US" sz="2100" b="1" cap="none" spc="0">
                          <a:solidFill>
                            <a:schemeClr val="tx1"/>
                          </a:solidFill>
                        </a:rPr>
                        <a:t>Fused (0.3)</a:t>
                      </a:r>
                    </a:p>
                  </a:txBody>
                  <a:tcPr marL="217132" marR="217132" marT="217132" marB="217132"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2100" cap="none" spc="0">
                          <a:solidFill>
                            <a:schemeClr val="tx1"/>
                          </a:solidFill>
                        </a:rPr>
                        <a:t>0.3</a:t>
                      </a:r>
                    </a:p>
                  </a:txBody>
                  <a:tcPr marL="217132" marR="217132" marT="217132" marB="217132"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2100" cap="none" spc="0">
                          <a:solidFill>
                            <a:schemeClr val="tx1"/>
                          </a:solidFill>
                        </a:rPr>
                        <a:t>0.94565</a:t>
                      </a:r>
                    </a:p>
                  </a:txBody>
                  <a:tcPr marL="217132" marR="217132" marT="217132" marB="217132"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2100" cap="none" spc="0">
                          <a:solidFill>
                            <a:schemeClr val="tx1"/>
                          </a:solidFill>
                        </a:rPr>
                        <a:t>0.92807</a:t>
                      </a:r>
                    </a:p>
                  </a:txBody>
                  <a:tcPr marL="217132" marR="217132" marT="217132" marB="217132"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2100" cap="none" spc="0">
                          <a:solidFill>
                            <a:schemeClr val="tx1"/>
                          </a:solidFill>
                        </a:rPr>
                        <a:t>0.92808</a:t>
                      </a:r>
                    </a:p>
                  </a:txBody>
                  <a:tcPr marL="217132" marR="217132" marT="217132" marB="217132"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extLst>
                  <a:ext uri="{0D108BD9-81ED-4DB2-BD59-A6C34878D82A}">
                    <a16:rowId xmlns:a16="http://schemas.microsoft.com/office/drawing/2014/main" val="2617782648"/>
                  </a:ext>
                </a:extLst>
              </a:tr>
            </a:tbl>
          </a:graphicData>
        </a:graphic>
      </p:graphicFrame>
    </p:spTree>
    <p:extLst>
      <p:ext uri="{BB962C8B-B14F-4D97-AF65-F5344CB8AC3E}">
        <p14:creationId xmlns:p14="http://schemas.microsoft.com/office/powerpoint/2010/main" val="163381614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721B5-7F89-9818-53BA-A1F127CF5E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F03074-0BE3-89C9-1C33-8E8D51D45D73}"/>
              </a:ext>
            </a:extLst>
          </p:cNvPr>
          <p:cNvSpPr>
            <a:spLocks noGrp="1"/>
          </p:cNvSpPr>
          <p:nvPr>
            <p:ph type="title"/>
          </p:nvPr>
        </p:nvSpPr>
        <p:spPr>
          <a:xfrm>
            <a:off x="341203" y="417047"/>
            <a:ext cx="4268573" cy="2918754"/>
          </a:xfrm>
        </p:spPr>
        <p:txBody>
          <a:bodyPr anchor="t">
            <a:normAutofit/>
          </a:bodyPr>
          <a:lstStyle/>
          <a:p>
            <a:r>
              <a:rPr lang="en-US" dirty="0">
                <a:solidFill>
                  <a:srgbClr val="0F0F0F"/>
                </a:solidFill>
                <a:latin typeface="Univers Condensed"/>
              </a:rPr>
              <a:t>Results: Predictive Performance</a:t>
            </a:r>
            <a:endParaRPr lang="en-US" dirty="0"/>
          </a:p>
        </p:txBody>
      </p:sp>
      <p:sp>
        <p:nvSpPr>
          <p:cNvPr id="3" name="Content Placeholder 2">
            <a:extLst>
              <a:ext uri="{FF2B5EF4-FFF2-40B4-BE49-F238E27FC236}">
                <a16:creationId xmlns:a16="http://schemas.microsoft.com/office/drawing/2014/main" id="{EF7DB107-8475-6AD7-62DA-430FC7AE0709}"/>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91452" y="743106"/>
            <a:ext cx="6277070" cy="5312987"/>
          </a:xfrm>
        </p:spPr>
        <p:txBody>
          <a:bodyPr vert="horz" lIns="91440" tIns="45720" rIns="91440" bIns="45720" rtlCol="0" anchor="t">
            <a:normAutofit/>
          </a:bodyPr>
          <a:lstStyle/>
          <a:p>
            <a:pPr marL="0" indent="0">
              <a:spcBef>
                <a:spcPts val="2500"/>
              </a:spcBef>
              <a:buNone/>
            </a:pPr>
            <a:r>
              <a:rPr lang="en-US" b="1" dirty="0">
                <a:ea typeface="+mn-lt"/>
                <a:cs typeface="+mn-lt"/>
              </a:rPr>
              <a:t>Baseline Performance (α = 0.0)</a:t>
            </a:r>
            <a:endParaRPr lang="en-US" dirty="0"/>
          </a:p>
          <a:p>
            <a:pPr marL="0" lvl="1" indent="0">
              <a:buNone/>
            </a:pPr>
            <a:r>
              <a:rPr lang="en-US" dirty="0">
                <a:ea typeface="+mn-lt"/>
                <a:cs typeface="+mn-lt"/>
              </a:rPr>
              <a:t>Baseline kernel achieves strong predictive performance, with AUROC and AUPR scores establishing the reference benchmark.</a:t>
            </a:r>
          </a:p>
          <a:p>
            <a:pPr marL="0" lvl="1" indent="0">
              <a:buNone/>
            </a:pPr>
            <a:endParaRPr lang="en-US" dirty="0">
              <a:ea typeface="+mn-lt"/>
              <a:cs typeface="+mn-lt"/>
            </a:endParaRPr>
          </a:p>
          <a:p>
            <a:pPr>
              <a:buNone/>
            </a:pPr>
            <a:r>
              <a:rPr lang="en-US" b="1" dirty="0">
                <a:ea typeface="+mn-lt"/>
                <a:cs typeface="+mn-lt"/>
              </a:rPr>
              <a:t>Climate-Integrated Performance (α = 0.3)</a:t>
            </a:r>
            <a:endParaRPr lang="en-US" b="1" dirty="0"/>
          </a:p>
          <a:p>
            <a:pPr marL="0" lvl="1" indent="0">
              <a:buNone/>
            </a:pPr>
            <a:r>
              <a:rPr lang="en-US" dirty="0">
                <a:ea typeface="+mn-lt"/>
                <a:cs typeface="+mn-lt"/>
              </a:rPr>
              <a:t>Integrating climate similarity at moderate weight results in marginal decreases in AUROC and AUPR, indicating limited contribution from the added kernel.</a:t>
            </a:r>
          </a:p>
          <a:p>
            <a:pPr marL="0" lvl="1" indent="0">
              <a:buNone/>
            </a:pPr>
            <a:endParaRPr lang="en-US" dirty="0">
              <a:ea typeface="+mn-lt"/>
              <a:cs typeface="+mn-lt"/>
            </a:endParaRPr>
          </a:p>
          <a:p>
            <a:pPr>
              <a:buNone/>
            </a:pPr>
            <a:r>
              <a:rPr lang="en-US" b="1" dirty="0">
                <a:ea typeface="+mn-lt"/>
                <a:cs typeface="+mn-lt"/>
              </a:rPr>
              <a:t>Performance Across All α Values</a:t>
            </a:r>
            <a:endParaRPr lang="en-US" b="1" dirty="0"/>
          </a:p>
          <a:p>
            <a:pPr marL="0" lvl="1" indent="0">
              <a:buNone/>
            </a:pPr>
            <a:r>
              <a:rPr lang="en-US" dirty="0">
                <a:ea typeface="+mn-lt"/>
                <a:cs typeface="+mn-lt"/>
              </a:rPr>
              <a:t>Climate-informed kernels exhibit higher clustering coefficients, reduced overall density, and stronger modularity relative to the baseline configuration.</a:t>
            </a:r>
          </a:p>
          <a:p>
            <a:pPr marL="0" lvl="1" indent="0">
              <a:buNone/>
            </a:pPr>
            <a:endParaRPr lang="en-US" dirty="0">
              <a:ea typeface="+mn-lt"/>
              <a:cs typeface="+mn-lt"/>
            </a:endParaRPr>
          </a:p>
          <a:p>
            <a:pPr>
              <a:buNone/>
            </a:pPr>
            <a:r>
              <a:rPr lang="en-US" b="1" dirty="0">
                <a:ea typeface="+mn-lt"/>
                <a:cs typeface="+mn-lt"/>
              </a:rPr>
              <a:t>Overall Conclusion</a:t>
            </a:r>
          </a:p>
          <a:p>
            <a:pPr marL="0" lvl="1" indent="0">
              <a:buNone/>
            </a:pPr>
            <a:r>
              <a:rPr lang="en-US" dirty="0">
                <a:ea typeface="+mn-lt"/>
                <a:cs typeface="+mn-lt"/>
              </a:rPr>
              <a:t>Current climate-similarity representation introduces no measurable predictive benefit and does not enhance network inference accuracy.</a:t>
            </a:r>
          </a:p>
        </p:txBody>
      </p:sp>
      <p:sp>
        <p:nvSpPr>
          <p:cNvPr id="6" name="Rectangle 5">
            <a:extLst>
              <a:ext uri="{FF2B5EF4-FFF2-40B4-BE49-F238E27FC236}">
                <a16:creationId xmlns:a16="http://schemas.microsoft.com/office/drawing/2014/main" id="{01363EBC-DDC2-7FC8-AF5F-0A04DA40212E}"/>
              </a:ext>
            </a:extLst>
          </p:cNvPr>
          <p:cNvSpPr/>
          <p:nvPr/>
        </p:nvSpPr>
        <p:spPr>
          <a:xfrm>
            <a:off x="443458" y="1705129"/>
            <a:ext cx="4259705" cy="234221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p>
        </p:txBody>
      </p:sp>
      <p:sp>
        <p:nvSpPr>
          <p:cNvPr id="7" name="Rectangle 6">
            <a:extLst>
              <a:ext uri="{FF2B5EF4-FFF2-40B4-BE49-F238E27FC236}">
                <a16:creationId xmlns:a16="http://schemas.microsoft.com/office/drawing/2014/main" id="{34663BD8-B9EB-2B2F-7518-1CF1BE21D538}"/>
              </a:ext>
            </a:extLst>
          </p:cNvPr>
          <p:cNvSpPr/>
          <p:nvPr/>
        </p:nvSpPr>
        <p:spPr>
          <a:xfrm>
            <a:off x="443457" y="3610129"/>
            <a:ext cx="4259705" cy="232972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p>
        </p:txBody>
      </p:sp>
      <p:pic>
        <p:nvPicPr>
          <p:cNvPr id="8" name="Picture 7">
            <a:extLst>
              <a:ext uri="{FF2B5EF4-FFF2-40B4-BE49-F238E27FC236}">
                <a16:creationId xmlns:a16="http://schemas.microsoft.com/office/drawing/2014/main" id="{A0CFEDD1-B880-512C-1592-64D5DA498CB1}"/>
              </a:ext>
            </a:extLst>
          </p:cNvPr>
          <p:cNvPicPr>
            <a:picLocks noChangeAspect="1"/>
          </p:cNvPicPr>
          <p:nvPr/>
        </p:nvPicPr>
        <p:blipFill>
          <a:blip r:embed="rId3"/>
          <a:stretch>
            <a:fillRect/>
          </a:stretch>
        </p:blipFill>
        <p:spPr>
          <a:xfrm>
            <a:off x="594922" y="1860811"/>
            <a:ext cx="3956779" cy="3904626"/>
          </a:xfrm>
          <a:prstGeom prst="rect">
            <a:avLst/>
          </a:prstGeom>
        </p:spPr>
      </p:pic>
    </p:spTree>
    <p:extLst>
      <p:ext uri="{BB962C8B-B14F-4D97-AF65-F5344CB8AC3E}">
        <p14:creationId xmlns:p14="http://schemas.microsoft.com/office/powerpoint/2010/main" val="8477925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BA109-7469-B00C-A149-86CEE28D2A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4EE9BF-008F-9837-894B-C1DD0956F49F}"/>
              </a:ext>
            </a:extLst>
          </p:cNvPr>
          <p:cNvSpPr>
            <a:spLocks noGrp="1"/>
          </p:cNvSpPr>
          <p:nvPr>
            <p:ph type="title"/>
          </p:nvPr>
        </p:nvSpPr>
        <p:spPr>
          <a:xfrm>
            <a:off x="341203" y="417047"/>
            <a:ext cx="4268573" cy="2918754"/>
          </a:xfrm>
        </p:spPr>
        <p:txBody>
          <a:bodyPr anchor="t">
            <a:normAutofit/>
          </a:bodyPr>
          <a:lstStyle/>
          <a:p>
            <a:r>
              <a:rPr lang="en-US" dirty="0"/>
              <a:t>Results: Network Restructuring</a:t>
            </a:r>
          </a:p>
        </p:txBody>
      </p:sp>
      <p:sp>
        <p:nvSpPr>
          <p:cNvPr id="3" name="Content Placeholder 2">
            <a:extLst>
              <a:ext uri="{FF2B5EF4-FFF2-40B4-BE49-F238E27FC236}">
                <a16:creationId xmlns:a16="http://schemas.microsoft.com/office/drawing/2014/main" id="{B7B9C216-6B17-54BD-3530-B692C52459D4}"/>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91452" y="743106"/>
            <a:ext cx="6277070" cy="5312987"/>
          </a:xfrm>
        </p:spPr>
        <p:txBody>
          <a:bodyPr vert="horz" lIns="91440" tIns="45720" rIns="91440" bIns="45720" rtlCol="0" anchor="t">
            <a:normAutofit/>
          </a:bodyPr>
          <a:lstStyle/>
          <a:p>
            <a:pPr marL="0" indent="0">
              <a:spcBef>
                <a:spcPts val="2500"/>
              </a:spcBef>
              <a:buNone/>
            </a:pPr>
            <a:r>
              <a:rPr lang="en-US" b="1" dirty="0">
                <a:ea typeface="+mn-lt"/>
                <a:cs typeface="+mn-lt"/>
              </a:rPr>
              <a:t>Kernel Fusion Strategy</a:t>
            </a:r>
            <a:endParaRPr lang="en-US" dirty="0"/>
          </a:p>
          <a:p>
            <a:pPr marL="0" lvl="1" indent="0">
              <a:buNone/>
            </a:pPr>
            <a:r>
              <a:rPr lang="en-US" dirty="0">
                <a:ea typeface="+mn-lt"/>
                <a:cs typeface="+mn-lt"/>
              </a:rPr>
              <a:t>Baseline, climate-only, and fused kernel configurations are constructed to evaluate the impact of environmental integration on network structure and performance.</a:t>
            </a:r>
          </a:p>
          <a:p>
            <a:pPr marL="0" indent="0">
              <a:spcBef>
                <a:spcPts val="2500"/>
              </a:spcBef>
              <a:buNone/>
            </a:pPr>
            <a:r>
              <a:rPr lang="en-US" b="1" dirty="0">
                <a:ea typeface="+mn-lt"/>
                <a:cs typeface="+mn-lt"/>
              </a:rPr>
              <a:t>Network Structural Assessment</a:t>
            </a:r>
            <a:endParaRPr lang="en-US" dirty="0"/>
          </a:p>
          <a:p>
            <a:pPr marL="0" lvl="1" indent="0">
              <a:buNone/>
            </a:pPr>
            <a:r>
              <a:rPr lang="en-US" dirty="0">
                <a:ea typeface="+mn-lt"/>
                <a:cs typeface="+mn-lt"/>
              </a:rPr>
              <a:t>Clustering coefficients, density measures, and modularity scores are computed to quantify structural differences introduced by the climate kernel.</a:t>
            </a:r>
          </a:p>
          <a:p>
            <a:pPr marL="0" lvl="1" indent="0">
              <a:buNone/>
            </a:pPr>
            <a:endParaRPr lang="en-US" dirty="0">
              <a:ea typeface="+mn-lt"/>
              <a:cs typeface="+mn-lt"/>
            </a:endParaRPr>
          </a:p>
          <a:p>
            <a:pPr>
              <a:buNone/>
            </a:pPr>
            <a:r>
              <a:rPr lang="en-US" b="1" dirty="0">
                <a:ea typeface="+mn-lt"/>
                <a:cs typeface="+mn-lt"/>
              </a:rPr>
              <a:t>Comparative Structural Findings</a:t>
            </a:r>
            <a:endParaRPr lang="en-US" b="1" dirty="0"/>
          </a:p>
          <a:p>
            <a:pPr marL="0" lvl="1" indent="0">
              <a:buNone/>
            </a:pPr>
            <a:r>
              <a:rPr lang="en-US" dirty="0">
                <a:ea typeface="+mn-lt"/>
                <a:cs typeface="+mn-lt"/>
              </a:rPr>
              <a:t>Climate-informed kernels exhibit higher clustering coefficients, reduced overall density, and stronger modularity relative to the baseline configuration.</a:t>
            </a:r>
          </a:p>
          <a:p>
            <a:pPr marL="0" lvl="1" indent="0">
              <a:buNone/>
            </a:pPr>
            <a:endParaRPr lang="en-US" dirty="0">
              <a:ea typeface="+mn-lt"/>
              <a:cs typeface="+mn-lt"/>
            </a:endParaRPr>
          </a:p>
          <a:p>
            <a:pPr>
              <a:buNone/>
            </a:pPr>
            <a:r>
              <a:rPr lang="en-US" b="1" dirty="0">
                <a:ea typeface="+mn-lt"/>
                <a:cs typeface="+mn-lt"/>
              </a:rPr>
              <a:t>Predictive Performance Insight</a:t>
            </a:r>
            <a:endParaRPr lang="en-US" b="1" dirty="0"/>
          </a:p>
          <a:p>
            <a:pPr marL="0" lvl="1" indent="0">
              <a:buNone/>
            </a:pPr>
            <a:r>
              <a:rPr lang="en-US" dirty="0">
                <a:ea typeface="+mn-lt"/>
                <a:cs typeface="+mn-lt"/>
              </a:rPr>
              <a:t>Despite measurable structural shifts, the incorporation of climate-derived structure does not yield improvements in predictive accuracy.</a:t>
            </a:r>
          </a:p>
        </p:txBody>
      </p:sp>
      <p:sp>
        <p:nvSpPr>
          <p:cNvPr id="6" name="Rectangle 5">
            <a:extLst>
              <a:ext uri="{FF2B5EF4-FFF2-40B4-BE49-F238E27FC236}">
                <a16:creationId xmlns:a16="http://schemas.microsoft.com/office/drawing/2014/main" id="{FC744A15-5225-E435-3294-04BA19FB55A1}"/>
              </a:ext>
            </a:extLst>
          </p:cNvPr>
          <p:cNvSpPr/>
          <p:nvPr/>
        </p:nvSpPr>
        <p:spPr>
          <a:xfrm>
            <a:off x="343524" y="1798819"/>
            <a:ext cx="4615721" cy="32103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diagram of a network&#10;&#10;AI-generated content may be incorrect.">
            <a:extLst>
              <a:ext uri="{FF2B5EF4-FFF2-40B4-BE49-F238E27FC236}">
                <a16:creationId xmlns:a16="http://schemas.microsoft.com/office/drawing/2014/main" id="{49AA6710-0271-568E-6001-1ADC0B404383}"/>
              </a:ext>
            </a:extLst>
          </p:cNvPr>
          <p:cNvPicPr>
            <a:picLocks noChangeAspect="1"/>
          </p:cNvPicPr>
          <p:nvPr/>
        </p:nvPicPr>
        <p:blipFill>
          <a:blip r:embed="rId3"/>
          <a:srcRect l="733" t="-1576" r="1722" b="-1677"/>
          <a:stretch>
            <a:fillRect/>
          </a:stretch>
        </p:blipFill>
        <p:spPr>
          <a:xfrm>
            <a:off x="450301" y="1854213"/>
            <a:ext cx="4386772" cy="3107839"/>
          </a:xfrm>
          <a:prstGeom prst="rect">
            <a:avLst/>
          </a:prstGeom>
        </p:spPr>
      </p:pic>
    </p:spTree>
    <p:extLst>
      <p:ext uri="{BB962C8B-B14F-4D97-AF65-F5344CB8AC3E}">
        <p14:creationId xmlns:p14="http://schemas.microsoft.com/office/powerpoint/2010/main" val="35084275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20BC0-4F52-7BB0-CE21-66816BCE37D9}"/>
              </a:ext>
            </a:extLst>
          </p:cNvPr>
          <p:cNvSpPr>
            <a:spLocks noGrp="1"/>
          </p:cNvSpPr>
          <p:nvPr>
            <p:ph type="title"/>
          </p:nvPr>
        </p:nvSpPr>
        <p:spPr>
          <a:xfrm>
            <a:off x="426997" y="3018408"/>
            <a:ext cx="8961120" cy="3247475"/>
          </a:xfrm>
        </p:spPr>
        <p:txBody>
          <a:bodyPr anchor="b">
            <a:normAutofit/>
          </a:bodyPr>
          <a:lstStyle/>
          <a:p>
            <a:r>
              <a:rPr lang="en-US"/>
              <a:t>Discussion and Future Directions</a:t>
            </a:r>
          </a:p>
        </p:txBody>
      </p:sp>
    </p:spTree>
    <p:extLst>
      <p:ext uri="{BB962C8B-B14F-4D97-AF65-F5344CB8AC3E}">
        <p14:creationId xmlns:p14="http://schemas.microsoft.com/office/powerpoint/2010/main" val="10279080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C81DC-5870-EE97-0172-E4F3B933199F}"/>
              </a:ext>
            </a:extLst>
          </p:cNvPr>
          <p:cNvSpPr>
            <a:spLocks noGrp="1"/>
          </p:cNvSpPr>
          <p:nvPr>
            <p:ph type="title"/>
          </p:nvPr>
        </p:nvSpPr>
        <p:spPr>
          <a:xfrm>
            <a:off x="422400" y="435785"/>
            <a:ext cx="4268573" cy="2918754"/>
          </a:xfrm>
        </p:spPr>
        <p:txBody>
          <a:bodyPr anchor="t">
            <a:normAutofit/>
          </a:bodyPr>
          <a:lstStyle/>
          <a:p>
            <a:r>
              <a:rPr lang="en-US"/>
              <a:t>Discussion and Limitations</a:t>
            </a:r>
          </a:p>
        </p:txBody>
      </p:sp>
      <p:sp>
        <p:nvSpPr>
          <p:cNvPr id="3" name="Content Placeholder 2">
            <a:extLst>
              <a:ext uri="{FF2B5EF4-FFF2-40B4-BE49-F238E27FC236}">
                <a16:creationId xmlns:a16="http://schemas.microsoft.com/office/drawing/2014/main" id="{691BF807-C784-BC03-4D40-E683D4C71B45}"/>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91452" y="743106"/>
            <a:ext cx="6277070" cy="5312987"/>
          </a:xfrm>
        </p:spPr>
        <p:txBody>
          <a:bodyPr>
            <a:normAutofit/>
          </a:bodyPr>
          <a:lstStyle/>
          <a:p>
            <a:pPr marL="0" indent="0">
              <a:spcBef>
                <a:spcPts val="2500"/>
              </a:spcBef>
              <a:buFont typeface="Arial" panose="020B0604020202020204" pitchFamily="34" charset="0"/>
              <a:buNone/>
            </a:pPr>
            <a:r>
              <a:rPr lang="en-US" b="1"/>
              <a:t>Climate Kernel Sparsity</a:t>
            </a:r>
          </a:p>
          <a:p>
            <a:pPr marL="0" lvl="1" indent="0">
              <a:buFont typeface="Arial" panose="020B0604020202020204" pitchFamily="34" charset="0"/>
              <a:buNone/>
            </a:pPr>
            <a:r>
              <a:t>Sparsity and noise from herbs occurring in multiple climate zones reduced the model's discriminative power.</a:t>
            </a:r>
            <a:endParaRPr lang="en-US"/>
          </a:p>
          <a:p>
            <a:pPr marL="0" indent="0">
              <a:spcBef>
                <a:spcPts val="2500"/>
              </a:spcBef>
              <a:buFont typeface="Arial" panose="020B0604020202020204" pitchFamily="34" charset="0"/>
              <a:buNone/>
            </a:pPr>
            <a:r>
              <a:rPr lang="en-US" b="1"/>
              <a:t>Feature Redundancy</a:t>
            </a:r>
          </a:p>
          <a:p>
            <a:pPr marL="0" lvl="1" indent="0">
              <a:buFont typeface="Arial" panose="020B0604020202020204" pitchFamily="34" charset="0"/>
              <a:buNone/>
            </a:pPr>
            <a:r>
              <a:t>Environmental influences may be redundant, already reflected in biochemical similarities among species.</a:t>
            </a:r>
            <a:endParaRPr lang="en-US"/>
          </a:p>
          <a:p>
            <a:pPr marL="0" indent="0">
              <a:spcBef>
                <a:spcPts val="2500"/>
              </a:spcBef>
              <a:buFont typeface="Arial" panose="020B0604020202020204" pitchFamily="34" charset="0"/>
              <a:buNone/>
            </a:pPr>
            <a:r>
              <a:rPr lang="en-US" b="1"/>
              <a:t>Data Coverage Bias</a:t>
            </a:r>
          </a:p>
          <a:p>
            <a:pPr marL="0" lvl="1" indent="0">
              <a:buFont typeface="Arial" panose="020B0604020202020204" pitchFamily="34" charset="0"/>
              <a:buNone/>
            </a:pPr>
            <a:r>
              <a:t>Bias arises from GBIF records favoring well-documented species, limiting environmental variance in the dataset.</a:t>
            </a:r>
            <a:endParaRPr lang="en-US"/>
          </a:p>
          <a:p>
            <a:pPr marL="0" indent="0">
              <a:spcBef>
                <a:spcPts val="2500"/>
              </a:spcBef>
              <a:buFont typeface="Arial" panose="020B0604020202020204" pitchFamily="34" charset="0"/>
              <a:buNone/>
            </a:pPr>
            <a:r>
              <a:rPr lang="en-US" b="1"/>
              <a:t>Coarse Climate Classification</a:t>
            </a:r>
          </a:p>
          <a:p>
            <a:pPr marL="0" lvl="1" indent="0">
              <a:buFont typeface="Arial" panose="020B0604020202020204" pitchFamily="34" charset="0"/>
              <a:buNone/>
            </a:pPr>
            <a:r>
              <a:t>Coarse climate categories fail to capture fine-scale environmental variations key to plant biochemistry.</a:t>
            </a:r>
            <a:endParaRPr lang="en-US"/>
          </a:p>
        </p:txBody>
      </p:sp>
    </p:spTree>
    <p:extLst>
      <p:ext uri="{BB962C8B-B14F-4D97-AF65-F5344CB8AC3E}">
        <p14:creationId xmlns:p14="http://schemas.microsoft.com/office/powerpoint/2010/main" val="14934604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E02D8-ECAD-4B7D-D68C-4CD501AC29F2}"/>
              </a:ext>
            </a:extLst>
          </p:cNvPr>
          <p:cNvSpPr>
            <a:spLocks noGrp="1"/>
          </p:cNvSpPr>
          <p:nvPr>
            <p:ph type="title"/>
          </p:nvPr>
        </p:nvSpPr>
        <p:spPr>
          <a:xfrm>
            <a:off x="422400" y="435785"/>
            <a:ext cx="4268573" cy="2918754"/>
          </a:xfrm>
        </p:spPr>
        <p:txBody>
          <a:bodyPr anchor="t">
            <a:normAutofit/>
          </a:bodyPr>
          <a:lstStyle/>
          <a:p>
            <a:r>
              <a:rPr lang="en-US"/>
              <a:t>Future Directions</a:t>
            </a:r>
          </a:p>
        </p:txBody>
      </p:sp>
      <p:sp>
        <p:nvSpPr>
          <p:cNvPr id="3" name="Content Placeholder 2">
            <a:extLst>
              <a:ext uri="{FF2B5EF4-FFF2-40B4-BE49-F238E27FC236}">
                <a16:creationId xmlns:a16="http://schemas.microsoft.com/office/drawing/2014/main" id="{176E27A9-5E6B-5937-360E-240C2A76D02F}"/>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91452" y="743106"/>
            <a:ext cx="6277070" cy="5312987"/>
          </a:xfrm>
        </p:spPr>
        <p:txBody>
          <a:bodyPr>
            <a:normAutofit/>
          </a:bodyPr>
          <a:lstStyle/>
          <a:p>
            <a:pPr marL="0" indent="0">
              <a:spcBef>
                <a:spcPts val="2500"/>
              </a:spcBef>
              <a:buFont typeface="Arial" panose="020B0604020202020204" pitchFamily="34" charset="0"/>
              <a:buNone/>
            </a:pPr>
            <a:r>
              <a:rPr lang="en-US" b="1"/>
              <a:t>Climate Variable Integration</a:t>
            </a:r>
          </a:p>
          <a:p>
            <a:pPr marL="0" lvl="1" indent="0">
              <a:buFont typeface="Arial" panose="020B0604020202020204" pitchFamily="34" charset="0"/>
              <a:buNone/>
            </a:pPr>
            <a:r>
              <a:t>Incorporate continuous climate variables like temperature and precipitation for richer environmental analysis.</a:t>
            </a:r>
            <a:endParaRPr lang="en-US"/>
          </a:p>
          <a:p>
            <a:pPr marL="0" indent="0">
              <a:spcBef>
                <a:spcPts val="2500"/>
              </a:spcBef>
              <a:buFont typeface="Arial" panose="020B0604020202020204" pitchFamily="34" charset="0"/>
              <a:buNone/>
            </a:pPr>
            <a:r>
              <a:rPr lang="en-US" b="1"/>
              <a:t>Advanced Fusion Techniques</a:t>
            </a:r>
          </a:p>
          <a:p>
            <a:pPr marL="0" lvl="1" indent="0">
              <a:buFont typeface="Arial" panose="020B0604020202020204" pitchFamily="34" charset="0"/>
              <a:buNone/>
            </a:pPr>
            <a:r>
              <a:t>Utilize attention-based weighting and graph neural networks to enhance data fusion strategies.</a:t>
            </a:r>
            <a:endParaRPr lang="en-US"/>
          </a:p>
          <a:p>
            <a:pPr marL="0" indent="0">
              <a:spcBef>
                <a:spcPts val="2500"/>
              </a:spcBef>
              <a:buFont typeface="Arial" panose="020B0604020202020204" pitchFamily="34" charset="0"/>
              <a:buNone/>
            </a:pPr>
            <a:r>
              <a:rPr lang="en-US" b="1"/>
              <a:t>Multi-scale Environmental Features</a:t>
            </a:r>
          </a:p>
          <a:p>
            <a:pPr marL="0" lvl="1" indent="0">
              <a:buFont typeface="Arial" panose="020B0604020202020204" pitchFamily="34" charset="0"/>
              <a:buNone/>
            </a:pPr>
            <a:r>
              <a:t>Combine soil and altitude data to capture environmental complexity at multiple scales.</a:t>
            </a:r>
            <a:endParaRPr lang="en-US"/>
          </a:p>
          <a:p>
            <a:pPr marL="0" indent="0">
              <a:spcBef>
                <a:spcPts val="2500"/>
              </a:spcBef>
              <a:buFont typeface="Arial" panose="020B0604020202020204" pitchFamily="34" charset="0"/>
              <a:buNone/>
            </a:pPr>
            <a:r>
              <a:rPr lang="en-US" b="1"/>
              <a:t>Enhanced Predictive Approaches</a:t>
            </a:r>
          </a:p>
          <a:p>
            <a:pPr marL="0" lvl="1" indent="0">
              <a:buFont typeface="Arial" panose="020B0604020202020204" pitchFamily="34" charset="0"/>
              <a:buNone/>
            </a:pPr>
            <a:r>
              <a:t>Apply non-linear similarity measures and deep learning to better model environment-biochemistry interactions.</a:t>
            </a:r>
            <a:endParaRPr lang="en-US"/>
          </a:p>
        </p:txBody>
      </p:sp>
    </p:spTree>
    <p:extLst>
      <p:ext uri="{BB962C8B-B14F-4D97-AF65-F5344CB8AC3E}">
        <p14:creationId xmlns:p14="http://schemas.microsoft.com/office/powerpoint/2010/main" val="36951202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03128-4A63-B8D9-6CE2-DC79DA825AAE}"/>
              </a:ext>
            </a:extLst>
          </p:cNvPr>
          <p:cNvSpPr>
            <a:spLocks noGrp="1"/>
          </p:cNvSpPr>
          <p:nvPr>
            <p:ph type="title"/>
          </p:nvPr>
        </p:nvSpPr>
        <p:spPr>
          <a:xfrm>
            <a:off x="426997" y="3018408"/>
            <a:ext cx="8961120" cy="3247475"/>
          </a:xfrm>
        </p:spPr>
        <p:txBody>
          <a:bodyPr anchor="b">
            <a:normAutofit/>
          </a:bodyPr>
          <a:lstStyle/>
          <a:p>
            <a:r>
              <a:rPr lang="en-US"/>
              <a:t>Conclusion</a:t>
            </a:r>
          </a:p>
        </p:txBody>
      </p:sp>
    </p:spTree>
    <p:extLst>
      <p:ext uri="{BB962C8B-B14F-4D97-AF65-F5344CB8AC3E}">
        <p14:creationId xmlns:p14="http://schemas.microsoft.com/office/powerpoint/2010/main" val="4321861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5B6E2-2734-9FD9-4EB7-D749B12EB8E3}"/>
              </a:ext>
            </a:extLst>
          </p:cNvPr>
          <p:cNvSpPr>
            <a:spLocks noGrp="1"/>
          </p:cNvSpPr>
          <p:nvPr>
            <p:ph type="title"/>
          </p:nvPr>
        </p:nvSpPr>
        <p:spPr>
          <a:xfrm>
            <a:off x="419560" y="1399734"/>
            <a:ext cx="4136461" cy="2918754"/>
          </a:xfrm>
        </p:spPr>
        <p:txBody>
          <a:bodyPr anchor="t">
            <a:normAutofit/>
          </a:bodyPr>
          <a:lstStyle/>
          <a:p>
            <a:r>
              <a:rPr lang="en-US" dirty="0"/>
              <a:t>Key  Takeaways</a:t>
            </a:r>
          </a:p>
        </p:txBody>
      </p:sp>
      <p:graphicFrame>
        <p:nvGraphicFramePr>
          <p:cNvPr id="7" name="Content Placeholder 2">
            <a:extLst>
              <a:ext uri="{FF2B5EF4-FFF2-40B4-BE49-F238E27FC236}">
                <a16:creationId xmlns:a16="http://schemas.microsoft.com/office/drawing/2014/main" id="{A5FC7744-1E59-61C8-77DD-6203A38E98DE}"/>
              </a:ext>
            </a:extLst>
          </p:cNvPr>
          <p:cNvGraphicFramePr>
            <a:graphicFrameLocks noGrp="1"/>
          </p:cNvGraphicFrame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5103780" y="1398419"/>
          <a:ext cx="6250020" cy="411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38070960"/>
      </p:ext>
    </p:extLst>
  </p:cSld>
  <p:clrMapOvr>
    <a:masterClrMapping/>
  </p:clrMapOvr>
  <p:transition>
    <p:fade/>
  </p:transition>
</p:sld>
</file>

<file path=ppt/theme/theme1.xml><?xml version="1.0" encoding="utf-8"?>
<a:theme xmlns:a="http://schemas.openxmlformats.org/drawingml/2006/main" name="Lines">
  <a:themeElements>
    <a:clrScheme name="Lines">
      <a:dk1>
        <a:srgbClr val="0F0F0F"/>
      </a:dk1>
      <a:lt1>
        <a:sysClr val="window" lastClr="FFFFFF"/>
      </a:lt1>
      <a:dk2>
        <a:srgbClr val="0A242A"/>
      </a:dk2>
      <a:lt2>
        <a:srgbClr val="F5F2ED"/>
      </a:lt2>
      <a:accent1>
        <a:srgbClr val="E45730"/>
      </a:accent1>
      <a:accent2>
        <a:srgbClr val="27717D"/>
      </a:accent2>
      <a:accent3>
        <a:srgbClr val="8CA8B5"/>
      </a:accent3>
      <a:accent4>
        <a:srgbClr val="607381"/>
      </a:accent4>
      <a:accent5>
        <a:srgbClr val="A39990"/>
      </a:accent5>
      <a:accent6>
        <a:srgbClr val="BA3106"/>
      </a:accent6>
      <a:hlink>
        <a:srgbClr val="E45730"/>
      </a:hlink>
      <a:folHlink>
        <a:srgbClr val="24717F"/>
      </a:folHlink>
    </a:clrScheme>
    <a:fontScheme name="Univers Condensed Arial Light">
      <a:majorFont>
        <a:latin typeface="Univers Condensed"/>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Lines" id="{656B2F94-71EE-4F5F-8AB6-423A33239BAD}" vid="{CD481196-1649-4740-8CB7-70D8662C6A2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EA6ECCF-1C9D-4352-BA6F-79122165958F}">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8251039-0B1C-45AD-BDF3-E784F1E00F4E}">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6DDFC564-B38B-4437-B10C-2B4F696FB123}">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Lines</Template>
  <Application>Microsoft Office PowerPoint</Application>
  <PresentationFormat>Widescreen</PresentationFormat>
  <Slides>17</Slides>
  <Notes>17</Notes>
  <HiddenSlides>0</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Lines</vt:lpstr>
      <vt:lpstr>Assessing Environmental Similarity Integration in Herb-Disease Association Prediction</vt:lpstr>
      <vt:lpstr>Introduction and Background</vt:lpstr>
      <vt:lpstr>Background &amp; Motivation</vt:lpstr>
      <vt:lpstr>Research Objectives</vt:lpstr>
      <vt:lpstr>HDAPM-NCP Framework and Environmental Integration</vt:lpstr>
      <vt:lpstr>HDAPM-NCP Framework Overview</vt:lpstr>
      <vt:lpstr>Environmental Data Integration Pipeline</vt:lpstr>
      <vt:lpstr>Evaluation and Results</vt:lpstr>
      <vt:lpstr>Evaluation Metrics and Experimental Design</vt:lpstr>
      <vt:lpstr>Results and Network Restructuring</vt:lpstr>
      <vt:lpstr>Results: Predictive Performance</vt:lpstr>
      <vt:lpstr>Results: Network Restructuring</vt:lpstr>
      <vt:lpstr>Discussion and Future Directions</vt:lpstr>
      <vt:lpstr>Discussion and Limitations</vt:lpstr>
      <vt:lpstr>Future Directions</vt:lpstr>
      <vt:lpstr>Conclusion</vt:lpstr>
      <vt:lpstr>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83</cp:revision>
  <dcterms:created xsi:type="dcterms:W3CDTF">2025-08-04T19:15:43Z</dcterms:created>
  <dcterms:modified xsi:type="dcterms:W3CDTF">2025-12-04T22:38:32Z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